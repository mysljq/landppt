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F5FB">
                  <a:alpha val="100000"/>
                </a:srgbClr>
              </a:gs>
              <a:gs pos="50000">
                <a:srgbClr val="EEF0FA">
                  <a:alpha val="100000"/>
                </a:srgbClr>
              </a:gs>
              <a:gs pos="100000">
                <a:srgbClr val="F4F5FB">
                  <a:alpha val="100000"/>
                </a:srgbClr>
              </a:gs>
            </a:gsLst>
            <a:lin ang="2700000" scaled="1"/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-85725"/>
            <a:ext cx="9315450" cy="53149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-1485900"/>
            <a:ext cx="4972050" cy="497205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2371725"/>
            <a:ext cx="4114800" cy="41148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00150" y="800100"/>
            <a:ext cx="3400425" cy="3400425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432197" y="1559793"/>
            <a:ext cx="321469" cy="135731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7144">
            <a:solidFill>
              <a:srgbClr val="7C3AED">
                <a:alpha val="1800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514350" y="1584796"/>
            <a:ext cx="85725" cy="85725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0" name="Shape 4"/>
          <p:cNvSpPr/>
          <p:nvPr/>
        </p:nvSpPr>
        <p:spPr>
          <a:xfrm>
            <a:off x="535781" y="1606228"/>
            <a:ext cx="42863" cy="42863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5"/>
          <p:cNvSpPr/>
          <p:nvPr/>
        </p:nvSpPr>
        <p:spPr>
          <a:xfrm>
            <a:off x="428625" y="1870211"/>
            <a:ext cx="4657725" cy="957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67"/>
              </a:lnSpc>
              <a:buNone/>
            </a:pPr>
            <a:r>
              <a:rPr lang="zh-CN" altLang="en-US" sz="3400" b="1" spc="-70" kern="0" dirty="0">
                <a:gradFill rotWithShape="1">
                  <a:gsLst>
                    <a:gs pos="0">
                      <a:srgbClr val="1E1B4B">
                        <a:alpha val="100000"/>
                      </a:srgbClr>
                    </a:gs>
                    <a:gs pos="55000">
                      <a:srgbClr val="4F46E5">
                        <a:alpha val="100000"/>
                      </a:srgbClr>
                    </a:gs>
                    <a:gs pos="100000">
                      <a:srgbClr val="7C3AED">
                        <a:alpha val="100000"/>
                      </a:srgbClr>
                    </a:gs>
                  </a:gsLst>
                  <a:lin ang="2700000" scaled="1"/>
                </a:gra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ClawPartner PPT智能</a:t>
            </a:r>
            <a:endParaRPr lang="en-US" sz="3400" dirty="0"/>
          </a:p>
          <a:p>
            <a:pPr algn="l" indent="0" marL="0">
              <a:lnSpc>
                <a:spcPts val="3767"/>
              </a:lnSpc>
              <a:buNone/>
            </a:pPr>
            <a:r>
              <a:rPr lang="zh-CN" altLang="en-US" sz="3400" b="1" spc="-70" kern="0" dirty="0">
                <a:gradFill rotWithShape="1">
                  <a:gsLst>
                    <a:gs pos="0">
                      <a:srgbClr val="1E1B4B">
                        <a:alpha val="100000"/>
                      </a:srgbClr>
                    </a:gs>
                    <a:gs pos="55000">
                      <a:srgbClr val="4F46E5">
                        <a:alpha val="100000"/>
                      </a:srgbClr>
                    </a:gs>
                    <a:gs pos="100000">
                      <a:srgbClr val="7C3AED">
                        <a:alpha val="100000"/>
                      </a:srgbClr>
                    </a:gs>
                  </a:gsLst>
                  <a:lin ang="2700000" scaled="1"/>
                </a:gra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生成助手</a:t>
            </a:r>
            <a:endParaRPr lang="en-US" sz="3400" dirty="0"/>
          </a:p>
        </p:txBody>
      </p:sp>
      <p:sp>
        <p:nvSpPr>
          <p:cNvPr id="12" name="Text 6"/>
          <p:cNvSpPr/>
          <p:nvPr/>
        </p:nvSpPr>
        <p:spPr>
          <a:xfrm>
            <a:off x="428625" y="3071422"/>
            <a:ext cx="360045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zh-CN" altLang="en-US" sz="70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—— ClawPartner PPT智能生成助手 ——</a:t>
            </a:r>
            <a:endParaRPr lang="en-US" sz="700" dirty="0"/>
          </a:p>
        </p:txBody>
      </p:sp>
      <p:grpSp>
        <p:nvGrpSpPr>
          <p:cNvPr id="40" name="Card: YEAR2026 ORG零售应用架构二室(成都) TOPICClawPartner PPT智能生成助手"/>
          <p:cNvGrpSpPr/>
          <p:nvPr/>
        </p:nvGrpSpPr>
        <p:grpSpPr>
          <a:xfrm>
            <a:off x="427006" y="3487155"/>
            <a:ext cx="4659344" cy="442912"/>
            <a:chOff x="427006" y="3487155"/>
            <a:chExt cx="4659344" cy="442912"/>
          </a:xfrm>
        </p:grpSpPr>
        <p:sp>
          <p:nvSpPr>
            <p:cNvPr id="13" name="shape [lp:0]"/>
            <p:cNvSpPr/>
            <p:nvPr/>
          </p:nvSpPr>
          <p:spPr>
            <a:xfrm>
              <a:off x="428625" y="3487155"/>
              <a:ext cx="4657725" cy="442912"/>
            </a:xfrm>
            <a:prstGeom prst="rect">
              <a:avLst/>
            </a:prstGeom>
            <a:ln/>
          </p:spPr>
        </p:sp>
        <p:sp>
          <p:nvSpPr>
            <p:cNvPr id="14" name="CSS border top 37 [lp:1]"/>
            <p:cNvSpPr/>
            <p:nvPr/>
          </p:nvSpPr>
          <p:spPr>
            <a:xfrm>
              <a:off x="428625" y="3487155"/>
              <a:ext cx="4657725" cy="7144"/>
            </a:xfrm>
            <a:custGeom>
              <a:avLst/>
              <a:gdLst/>
              <a:ahLst/>
              <a:cxnLst/>
              <a:rect l="l" t="t" r="r" b="b"/>
              <a:pathLst>
                <a:path w="4657725" h="7144">
                  <a:moveTo>
                    <a:pt x="0" y="0"/>
                  </a:moveTo>
                  <a:lnTo>
                    <a:pt x="4657725" y="0"/>
                  </a:lnTo>
                  <a:lnTo>
                    <a:pt x="4657725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7C3AED">
                <a:alpha val="15000"/>
              </a:srgbClr>
            </a:solidFill>
            <a:ln/>
          </p:spPr>
        </p:sp>
        <p:sp>
          <p:nvSpPr>
            <p:cNvPr id="15" name="text [lp:2]"/>
            <p:cNvSpPr/>
            <p:nvPr/>
          </p:nvSpPr>
          <p:spPr>
            <a:xfrm>
              <a:off x="427006" y="3665748"/>
              <a:ext cx="278606" cy="100012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500" b="1" spc="101" kern="0" dirty="0">
                  <a:solidFill>
                    <a:srgbClr val="9CA3AF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YEAR</a:t>
              </a:r>
              <a:endParaRPr lang="en-US" sz="500" dirty="0"/>
            </a:p>
          </p:txBody>
        </p:sp>
        <p:sp>
          <p:nvSpPr>
            <p:cNvPr id="16" name="text [lp:3]"/>
            <p:cNvSpPr/>
            <p:nvPr/>
          </p:nvSpPr>
          <p:spPr>
            <a:xfrm>
              <a:off x="427006" y="3794336"/>
              <a:ext cx="278606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700" b="1" dirty="0">
                  <a:solidFill>
                    <a:srgbClr val="1E1B4B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2026</a:t>
              </a:r>
              <a:endParaRPr lang="en-US" sz="700" dirty="0"/>
            </a:p>
          </p:txBody>
        </p:sp>
        <p:sp>
          <p:nvSpPr>
            <p:cNvPr id="17" name="text [lp:4]"/>
            <p:cNvSpPr/>
            <p:nvPr/>
          </p:nvSpPr>
          <p:spPr>
            <a:xfrm>
              <a:off x="903740" y="3665748"/>
              <a:ext cx="1107281" cy="100012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500" b="1" spc="101" kern="0" dirty="0">
                  <a:solidFill>
                    <a:srgbClr val="9CA3AF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ORG</a:t>
              </a:r>
              <a:endParaRPr lang="en-US" sz="500" dirty="0"/>
            </a:p>
          </p:txBody>
        </p:sp>
        <p:sp>
          <p:nvSpPr>
            <p:cNvPr id="18" name="text [lp:5]"/>
            <p:cNvSpPr/>
            <p:nvPr/>
          </p:nvSpPr>
          <p:spPr>
            <a:xfrm>
              <a:off x="903740" y="3794336"/>
              <a:ext cx="1107281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7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零售应用架构二室(成都)</a:t>
              </a:r>
              <a:endParaRPr lang="en-US" sz="700" dirty="0"/>
            </a:p>
          </p:txBody>
        </p:sp>
        <p:sp>
          <p:nvSpPr>
            <p:cNvPr id="19" name="text [lp:6]"/>
            <p:cNvSpPr/>
            <p:nvPr/>
          </p:nvSpPr>
          <p:spPr>
            <a:xfrm>
              <a:off x="2211214" y="3665748"/>
              <a:ext cx="1464469" cy="100012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500" b="1" spc="101" kern="0" dirty="0">
                  <a:solidFill>
                    <a:srgbClr val="9CA3AF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TOPIC</a:t>
              </a:r>
              <a:endParaRPr lang="en-US" sz="500" dirty="0"/>
            </a:p>
          </p:txBody>
        </p:sp>
        <p:sp>
          <p:nvSpPr>
            <p:cNvPr id="20" name="text [lp:7]"/>
            <p:cNvSpPr/>
            <p:nvPr/>
          </p:nvSpPr>
          <p:spPr>
            <a:xfrm>
              <a:off x="2211214" y="3794336"/>
              <a:ext cx="1464469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7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ClawPartner PPT智能生成助手</a:t>
              </a:r>
              <a:endParaRPr lang="en-US" sz="700" dirty="0"/>
            </a:p>
          </p:txBody>
        </p:sp>
      </p:grpSp>
      <p:sp>
        <p:nvSpPr>
          <p:cNvPr id="21" name="Shape 15"/>
          <p:cNvSpPr/>
          <p:nvPr/>
        </p:nvSpPr>
        <p:spPr>
          <a:xfrm>
            <a:off x="5429250" y="1285875"/>
            <a:ext cx="2714625" cy="2714625"/>
          </a:xfrm>
          <a:prstGeom prst="ellipse">
            <a:avLst/>
          </a:prstGeom>
          <a:ln w="7144">
            <a:solidFill>
              <a:srgbClr val="8B5CF6">
                <a:alpha val="2800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743575" y="1600200"/>
            <a:ext cx="2085975" cy="2085975"/>
          </a:xfrm>
          <a:prstGeom prst="ellipse">
            <a:avLst/>
          </a:prstGeom>
          <a:ln w="7144">
            <a:solidFill>
              <a:srgbClr val="60A5FA">
                <a:alpha val="2200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057900" y="1914525"/>
            <a:ext cx="1457325" cy="1457325"/>
          </a:xfrm>
          <a:prstGeom prst="ellipse">
            <a:avLst/>
          </a:prstGeom>
          <a:ln w="7144">
            <a:solidFill>
              <a:srgbClr val="8B5CF6">
                <a:alpha val="20000"/>
              </a:srgbClr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5786437" y="1643063"/>
            <a:ext cx="2000250" cy="2000250"/>
          </a:xfrm>
          <a:prstGeom prst="ellipse">
            <a:avLst/>
          </a:prstGeom>
          <a:ln/>
        </p:spPr>
      </p:sp>
      <p:sp>
        <p:nvSpPr>
          <p:cNvPr id="25" name="CSS border top 58"/>
          <p:cNvSpPr/>
          <p:nvPr/>
        </p:nvSpPr>
        <p:spPr>
          <a:xfrm>
            <a:off x="6079367" y="1643063"/>
            <a:ext cx="1414390" cy="297981"/>
          </a:xfrm>
          <a:custGeom>
            <a:avLst/>
            <a:gdLst/>
            <a:ahLst/>
            <a:cxnLst/>
            <a:rect l="l" t="t" r="r" b="b"/>
            <a:pathLst>
              <a:path w="1414390" h="297981">
                <a:moveTo>
                  <a:pt x="0" y="292930"/>
                </a:moveTo>
                <a:cubicBezTo>
                  <a:pt x="187560" y="105370"/>
                  <a:pt x="441946" y="0"/>
                  <a:pt x="707195" y="0"/>
                </a:cubicBezTo>
                <a:cubicBezTo>
                  <a:pt x="972445" y="0"/>
                  <a:pt x="1226831" y="105370"/>
                  <a:pt x="1414390" y="292930"/>
                </a:cubicBezTo>
                <a:lnTo>
                  <a:pt x="1409339" y="297981"/>
                </a:lnTo>
                <a:cubicBezTo>
                  <a:pt x="1223119" y="111761"/>
                  <a:pt x="970550" y="7144"/>
                  <a:pt x="707195" y="7144"/>
                </a:cubicBezTo>
                <a:cubicBezTo>
                  <a:pt x="443840" y="7144"/>
                  <a:pt x="191272" y="111761"/>
                  <a:pt x="5051" y="297981"/>
                </a:cubicBezTo>
                <a:close/>
              </a:path>
            </a:pathLst>
          </a:custGeom>
          <a:solidFill>
            <a:srgbClr val="8B5CF6">
              <a:alpha val="40000"/>
            </a:srgbClr>
          </a:solidFill>
          <a:ln/>
        </p:spPr>
      </p:sp>
      <p:sp>
        <p:nvSpPr>
          <p:cNvPr id="26" name="CSS border right 58"/>
          <p:cNvSpPr/>
          <p:nvPr/>
        </p:nvSpPr>
        <p:spPr>
          <a:xfrm>
            <a:off x="7488706" y="1935992"/>
            <a:ext cx="297981" cy="1414390"/>
          </a:xfrm>
          <a:custGeom>
            <a:avLst/>
            <a:gdLst/>
            <a:ahLst/>
            <a:cxnLst/>
            <a:rect l="l" t="t" r="r" b="b"/>
            <a:pathLst>
              <a:path w="297981" h="1414390">
                <a:moveTo>
                  <a:pt x="5051" y="0"/>
                </a:moveTo>
                <a:cubicBezTo>
                  <a:pt x="192611" y="187560"/>
                  <a:pt x="297981" y="441946"/>
                  <a:pt x="297981" y="707195"/>
                </a:cubicBezTo>
                <a:cubicBezTo>
                  <a:pt x="297981" y="972445"/>
                  <a:pt x="192611" y="1226831"/>
                  <a:pt x="5051" y="1414390"/>
                </a:cubicBezTo>
                <a:lnTo>
                  <a:pt x="0" y="1409339"/>
                </a:lnTo>
                <a:cubicBezTo>
                  <a:pt x="186220" y="1223119"/>
                  <a:pt x="290837" y="970550"/>
                  <a:pt x="290837" y="707195"/>
                </a:cubicBezTo>
                <a:cubicBezTo>
                  <a:pt x="290837" y="443840"/>
                  <a:pt x="186220" y="191272"/>
                  <a:pt x="0" y="5051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pic>
        <p:nvPicPr>
          <p:cNvPr id="27" name="CSS layered gradient shadow surface 6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850" y="1514475"/>
            <a:ext cx="2257425" cy="2257425"/>
          </a:xfrm>
          <a:prstGeom prst="rect">
            <a:avLst/>
          </a:prstGeom>
        </p:spPr>
      </p:pic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6537" y="2443163"/>
            <a:ext cx="400050" cy="40005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736556" y="1271588"/>
            <a:ext cx="100012" cy="100012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28588" dist="0" dir="0">
              <a:srgbClr val="8B5CF6">
                <a:alpha val="8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7915275" y="3614738"/>
            <a:ext cx="100012" cy="100012"/>
          </a:xfrm>
          <a:prstGeom prst="ellipse">
            <a:avLst/>
          </a:prstGeom>
          <a:solidFill>
            <a:srgbClr val="60A5FA"/>
          </a:solidFill>
          <a:ln/>
          <a:effectLst>
            <a:outerShdw sx="100000" sy="100000" kx="0" ky="0" algn="bl" rotWithShape="0" blurRad="128588" dist="0" dir="0">
              <a:srgbClr val="60A5FA">
                <a:alpha val="8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5414963" y="2593181"/>
            <a:ext cx="100012" cy="100012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28588" dist="0" dir="0">
              <a:srgbClr val="A78BFA">
                <a:alpha val="8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428625" y="282178"/>
            <a:ext cx="71438" cy="7143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85725" dist="28575" dir="5400000">
              <a:srgbClr val="4F46E5">
                <a:alpha val="40000"/>
              </a:srgbClr>
            </a:outerShdw>
          </a:effectLst>
        </p:spPr>
      </p:sp>
      <p:sp>
        <p:nvSpPr>
          <p:cNvPr id="33" name="Text 25"/>
          <p:cNvSpPr/>
          <p:nvPr/>
        </p:nvSpPr>
        <p:spPr>
          <a:xfrm>
            <a:off x="585564" y="257175"/>
            <a:ext cx="10644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700" dirty="0"/>
          </a:p>
        </p:txBody>
      </p:sp>
      <p:sp>
        <p:nvSpPr>
          <p:cNvPr id="34" name="Text 26"/>
          <p:cNvSpPr/>
          <p:nvPr/>
        </p:nvSpPr>
        <p:spPr>
          <a:xfrm>
            <a:off x="1707189" y="257175"/>
            <a:ext cx="71438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9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/</a:t>
            </a:r>
            <a:endParaRPr lang="en-US" sz="700" dirty="0"/>
          </a:p>
        </p:txBody>
      </p:sp>
      <p:sp>
        <p:nvSpPr>
          <p:cNvPr id="35" name="Text 27"/>
          <p:cNvSpPr/>
          <p:nvPr/>
        </p:nvSpPr>
        <p:spPr>
          <a:xfrm>
            <a:off x="1836000" y="257175"/>
            <a:ext cx="1393031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ClawPartner PPT智能生成助手</a:t>
            </a:r>
            <a:endParaRPr lang="en-US" sz="700" dirty="0"/>
          </a:p>
        </p:txBody>
      </p:sp>
      <p:sp>
        <p:nvSpPr>
          <p:cNvPr id="36" name="Text 28"/>
          <p:cNvSpPr/>
          <p:nvPr/>
        </p:nvSpPr>
        <p:spPr>
          <a:xfrm>
            <a:off x="8466572" y="257175"/>
            <a:ext cx="278606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9" kern="0" dirty="0">
                <a:solidFill>
                  <a:srgbClr val="4B5563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7" name="Text 29"/>
          <p:cNvSpPr/>
          <p:nvPr/>
        </p:nvSpPr>
        <p:spPr>
          <a:xfrm>
            <a:off x="427397" y="4829175"/>
            <a:ext cx="100726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41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600" dirty="0"/>
          </a:p>
        </p:txBody>
      </p:sp>
      <p:sp>
        <p:nvSpPr>
          <p:cNvPr id="38" name="Shape 30"/>
          <p:cNvSpPr/>
          <p:nvPr/>
        </p:nvSpPr>
        <p:spPr>
          <a:xfrm>
            <a:off x="1548966" y="4882753"/>
            <a:ext cx="6922294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0"/>
                </a:srgbClr>
              </a:gs>
              <a:gs pos="3125">
                <a:srgbClr val="7C3AED">
                  <a:alpha val="1875"/>
                </a:srgbClr>
              </a:gs>
              <a:gs pos="6250">
                <a:srgbClr val="7C3AED">
                  <a:alpha val="3750"/>
                </a:srgbClr>
              </a:gs>
              <a:gs pos="9375">
                <a:srgbClr val="7C3AED">
                  <a:alpha val="5625"/>
                </a:srgbClr>
              </a:gs>
              <a:gs pos="12500">
                <a:srgbClr val="7C3AED">
                  <a:alpha val="7500"/>
                </a:srgbClr>
              </a:gs>
              <a:gs pos="15625">
                <a:srgbClr val="7C3AED">
                  <a:alpha val="9375"/>
                </a:srgbClr>
              </a:gs>
              <a:gs pos="18750">
                <a:srgbClr val="7C3AED">
                  <a:alpha val="11250"/>
                </a:srgbClr>
              </a:gs>
              <a:gs pos="21875">
                <a:srgbClr val="7C3AED">
                  <a:alpha val="13125"/>
                </a:srgbClr>
              </a:gs>
              <a:gs pos="25000">
                <a:srgbClr val="7C3AED">
                  <a:alpha val="15000"/>
                </a:srgbClr>
              </a:gs>
              <a:gs pos="28125">
                <a:srgbClr val="7C3AED">
                  <a:alpha val="16875"/>
                </a:srgbClr>
              </a:gs>
              <a:gs pos="31250">
                <a:srgbClr val="7C3AED">
                  <a:alpha val="18750"/>
                </a:srgbClr>
              </a:gs>
              <a:gs pos="34375">
                <a:srgbClr val="7C3AED">
                  <a:alpha val="20625"/>
                </a:srgbClr>
              </a:gs>
              <a:gs pos="37500">
                <a:srgbClr val="7C3AED">
                  <a:alpha val="22500"/>
                </a:srgbClr>
              </a:gs>
              <a:gs pos="40625">
                <a:srgbClr val="7C3AED">
                  <a:alpha val="24375"/>
                </a:srgbClr>
              </a:gs>
              <a:gs pos="43750">
                <a:srgbClr val="7C3AED">
                  <a:alpha val="26250"/>
                </a:srgbClr>
              </a:gs>
              <a:gs pos="46875">
                <a:srgbClr val="7C3AED">
                  <a:alpha val="28125"/>
                </a:srgbClr>
              </a:gs>
              <a:gs pos="50000">
                <a:srgbClr val="7C3AED">
                  <a:alpha val="30000"/>
                </a:srgbClr>
              </a:gs>
              <a:gs pos="53125">
                <a:srgbClr val="7C3AED">
                  <a:alpha val="28125"/>
                </a:srgbClr>
              </a:gs>
              <a:gs pos="56250">
                <a:srgbClr val="7C3AED">
                  <a:alpha val="26250"/>
                </a:srgbClr>
              </a:gs>
              <a:gs pos="59375">
                <a:srgbClr val="7C3AED">
                  <a:alpha val="24375"/>
                </a:srgbClr>
              </a:gs>
              <a:gs pos="62500">
                <a:srgbClr val="7C3AED">
                  <a:alpha val="22500"/>
                </a:srgbClr>
              </a:gs>
              <a:gs pos="65625">
                <a:srgbClr val="7C3AED">
                  <a:alpha val="20625"/>
                </a:srgbClr>
              </a:gs>
              <a:gs pos="68750">
                <a:srgbClr val="7C3AED">
                  <a:alpha val="18750"/>
                </a:srgbClr>
              </a:gs>
              <a:gs pos="71875">
                <a:srgbClr val="7C3AED">
                  <a:alpha val="16875"/>
                </a:srgbClr>
              </a:gs>
              <a:gs pos="75000">
                <a:srgbClr val="7C3AED">
                  <a:alpha val="15000"/>
                </a:srgbClr>
              </a:gs>
              <a:gs pos="78125">
                <a:srgbClr val="7C3AED">
                  <a:alpha val="13125"/>
                </a:srgbClr>
              </a:gs>
              <a:gs pos="81250">
                <a:srgbClr val="7C3AED">
                  <a:alpha val="11250"/>
                </a:srgbClr>
              </a:gs>
              <a:gs pos="84375">
                <a:srgbClr val="7C3AED">
                  <a:alpha val="9375"/>
                </a:srgbClr>
              </a:gs>
              <a:gs pos="87500">
                <a:srgbClr val="7C3AED">
                  <a:alpha val="7500"/>
                </a:srgbClr>
              </a:gs>
              <a:gs pos="90625">
                <a:srgbClr val="7C3AED">
                  <a:alpha val="5625"/>
                </a:srgbClr>
              </a:gs>
              <a:gs pos="93750">
                <a:srgbClr val="7C3AED">
                  <a:alpha val="3750"/>
                </a:srgbClr>
              </a:gs>
              <a:gs pos="96875">
                <a:srgbClr val="7C3AED">
                  <a:alpha val="1875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9" name="Shape 31"/>
          <p:cNvSpPr/>
          <p:nvPr/>
        </p:nvSpPr>
        <p:spPr>
          <a:xfrm>
            <a:off x="8615363" y="4864894"/>
            <a:ext cx="42863" cy="42863"/>
          </a:xfrm>
          <a:prstGeom prst="ellipse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2026-09-15T06:36:51Z</dcterms:created>
  <dcterms:modified xsi:type="dcterms:W3CDTF">2026-09-15T06:36:51Z</dcterms:modified>
</cp:coreProperties>
</file>