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3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二：文稿转PPT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3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场景二：文稿转PPT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材料或方案文档已经写好，难点是把适合阅读变成适合演示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 · 林正红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2026-09-15T06:36:49Z</dcterms:created>
  <dcterms:modified xsi:type="dcterms:W3CDTF">2026-09-15T06:36:49Z</dcterms:modified>
</cp:coreProperties>
</file>