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4D8C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2" y="3572"/>
            <a:ext cx="9136856" cy="5136356"/>
          </a:xfrm>
          <a:prstGeom prst="rect">
            <a:avLst/>
          </a:prstGeom>
          <a:solidFill>
            <a:srgbClr val="FFFFFF">
              <a:alpha val="55000"/>
            </a:srgbClr>
          </a:solidFill>
          <a:ln w="7144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428625" dist="142875" dir="5400000">
              <a:srgbClr val="646496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20626" y="1664494"/>
            <a:ext cx="800100" cy="13358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19"/>
              </a:lnSpc>
              <a:buNone/>
            </a:pPr>
            <a:r>
              <a:rPr lang="en-US" sz="12300" b="1" spc="-450" kern="0" dirty="0">
                <a:gradFill rotWithShape="1">
                  <a:gsLst>
                    <a:gs pos="0">
                      <a:srgbClr val="6A82FB">
                        <a:alpha val="100000"/>
                      </a:srgbClr>
                    </a:gs>
                    <a:gs pos="100000">
                      <a:srgbClr val="FC5C7D">
                        <a:alpha val="100000"/>
                      </a:srgbClr>
                    </a:gs>
                  </a:gsLst>
                  <a:lin ang="19800000" scaled="1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300" dirty="0"/>
          </a:p>
        </p:txBody>
      </p:sp>
      <p:sp>
        <p:nvSpPr>
          <p:cNvPr id="6" name="Shape 3"/>
          <p:cNvSpPr/>
          <p:nvPr/>
        </p:nvSpPr>
        <p:spPr>
          <a:xfrm>
            <a:off x="721519" y="3214688"/>
            <a:ext cx="571500" cy="21431"/>
          </a:xfrm>
          <a:prstGeom prst="roundRect">
            <a:avLst>
              <a:gd name="adj" fmla="val 50001"/>
            </a:avLst>
          </a:prstGeom>
          <a:gradFill rotWithShape="1">
            <a:gsLst>
              <a:gs pos="0">
                <a:srgbClr val="6A82FB">
                  <a:alpha val="100000"/>
                </a:srgbClr>
              </a:gs>
              <a:gs pos="100000">
                <a:srgbClr val="FC5C7D">
                  <a:alpha val="10000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720347" y="3364706"/>
            <a:ext cx="764381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81" kern="0" dirty="0">
                <a:solidFill>
                  <a:srgbClr val="6A82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CHAPTER</a:t>
            </a:r>
            <a:endParaRPr lang="en-US" sz="700" dirty="0"/>
          </a:p>
        </p:txBody>
      </p:sp>
      <p:grpSp>
        <p:nvGrpSpPr>
          <p:cNvPr id="19" name="Card: 角色诞生与原型"/>
          <p:cNvGrpSpPr/>
          <p:nvPr/>
        </p:nvGrpSpPr>
        <p:grpSpPr>
          <a:xfrm>
            <a:off x="3293269" y="2064544"/>
            <a:ext cx="5214937" cy="1357313"/>
            <a:chOff x="3293269" y="2064544"/>
            <a:chExt cx="5214937" cy="1357313"/>
          </a:xfrm>
        </p:grpSpPr>
        <p:sp>
          <p:nvSpPr>
            <p:cNvPr id="8" name="shape [lp:0]"/>
            <p:cNvSpPr/>
            <p:nvPr/>
          </p:nvSpPr>
          <p:spPr>
            <a:xfrm>
              <a:off x="3293269" y="2064544"/>
              <a:ext cx="5129213" cy="1014413"/>
            </a:xfrm>
            <a:prstGeom prst="rect">
              <a:avLst/>
            </a:prstGeom>
            <a:ln/>
          </p:spPr>
        </p:sp>
        <p:sp>
          <p:nvSpPr>
            <p:cNvPr id="9" name="CSS border left 7 [lp:1]"/>
            <p:cNvSpPr/>
            <p:nvPr/>
          </p:nvSpPr>
          <p:spPr>
            <a:xfrm>
              <a:off x="3293269" y="2064544"/>
              <a:ext cx="7144" cy="1014413"/>
            </a:xfrm>
            <a:custGeom>
              <a:avLst/>
              <a:gdLst/>
              <a:ahLst/>
              <a:cxnLst/>
              <a:rect l="l" t="t" r="r" b="b"/>
              <a:pathLst>
                <a:path w="7144" h="1014413">
                  <a:moveTo>
                    <a:pt x="0" y="1014413"/>
                  </a:moveTo>
                  <a:lnTo>
                    <a:pt x="0" y="0"/>
                  </a:lnTo>
                  <a:lnTo>
                    <a:pt x="7144" y="0"/>
                  </a:lnTo>
                  <a:lnTo>
                    <a:pt x="7144" y="1014413"/>
                  </a:lnTo>
                  <a:close/>
                </a:path>
              </a:pathLst>
            </a:custGeom>
            <a:solidFill>
              <a:srgbClr val="6C82FB">
                <a:alpha val="20000"/>
              </a:srgbClr>
            </a:solidFill>
            <a:ln/>
          </p:spPr>
        </p:sp>
        <p:sp>
          <p:nvSpPr>
            <p:cNvPr id="10" name="shape [lp:2]"/>
            <p:cNvSpPr/>
            <p:nvPr/>
          </p:nvSpPr>
          <p:spPr>
            <a:xfrm>
              <a:off x="7136606" y="2493169"/>
              <a:ext cx="928688" cy="928688"/>
            </a:xfrm>
            <a:prstGeom prst="ellipse">
              <a:avLst/>
            </a:prstGeom>
            <a:ln w="7144">
              <a:solidFill>
                <a:srgbClr val="6C82FB">
                  <a:alpha val="30000"/>
                </a:srgbClr>
              </a:solidFill>
              <a:prstDash val="solid"/>
            </a:ln>
          </p:spPr>
        </p:sp>
        <p:sp>
          <p:nvSpPr>
            <p:cNvPr id="11" name="shape [lp:3]"/>
            <p:cNvSpPr/>
            <p:nvPr/>
          </p:nvSpPr>
          <p:spPr>
            <a:xfrm>
              <a:off x="7290197" y="2646759"/>
              <a:ext cx="621506" cy="621506"/>
            </a:xfrm>
            <a:prstGeom prst="ellipse">
              <a:avLst/>
            </a:prstGeom>
            <a:ln w="7144">
              <a:solidFill>
                <a:srgbClr val="FC5C7D">
                  <a:alpha val="30000"/>
                </a:srgbClr>
              </a:solidFill>
              <a:prstDash val="dash"/>
            </a:ln>
          </p:spPr>
        </p:sp>
        <p:sp>
          <p:nvSpPr>
            <p:cNvPr id="12" name="shape [lp:4]"/>
            <p:cNvSpPr/>
            <p:nvPr/>
          </p:nvSpPr>
          <p:spPr>
            <a:xfrm>
              <a:off x="3800475" y="2064544"/>
              <a:ext cx="285750" cy="7144"/>
            </a:xfrm>
            <a:prstGeom prst="rect">
              <a:avLst/>
            </a:prstGeom>
            <a:solidFill>
              <a:srgbClr val="6A82FB"/>
            </a:solidFill>
            <a:ln/>
          </p:spPr>
        </p:sp>
        <p:pic>
          <p:nvPicPr>
            <p:cNvPr id="13" name="image [lp:5]" descr="preencoded.png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14750" y="2157413"/>
              <a:ext cx="4793456" cy="685800"/>
            </a:xfrm>
            <a:prstGeom prst="rect">
              <a:avLst/>
            </a:prstGeom>
          </p:spPr>
        </p:pic>
        <p:sp>
          <p:nvSpPr>
            <p:cNvPr id="14" name="shape [lp:6]"/>
            <p:cNvSpPr/>
            <p:nvPr/>
          </p:nvSpPr>
          <p:spPr>
            <a:xfrm>
              <a:off x="3800475" y="2943225"/>
              <a:ext cx="3714750" cy="135731"/>
            </a:xfrm>
            <a:prstGeom prst="rect">
              <a:avLst/>
            </a:prstGeom>
            <a:ln/>
          </p:spPr>
        </p:sp>
        <p:sp>
          <p:nvSpPr>
            <p:cNvPr id="15" name="CSS border left 12 [lp:7]"/>
            <p:cNvSpPr/>
            <p:nvPr/>
          </p:nvSpPr>
          <p:spPr>
            <a:xfrm>
              <a:off x="3800475" y="2943225"/>
              <a:ext cx="14288" cy="135731"/>
            </a:xfrm>
            <a:custGeom>
              <a:avLst/>
              <a:gdLst/>
              <a:ahLst/>
              <a:cxnLst/>
              <a:rect l="l" t="t" r="r" b="b"/>
              <a:pathLst>
                <a:path w="14288" h="135731">
                  <a:moveTo>
                    <a:pt x="0" y="135731"/>
                  </a:moveTo>
                  <a:lnTo>
                    <a:pt x="0" y="0"/>
                  </a:lnTo>
                  <a:lnTo>
                    <a:pt x="14288" y="0"/>
                  </a:lnTo>
                  <a:lnTo>
                    <a:pt x="14288" y="135731"/>
                  </a:lnTo>
                  <a:close/>
                </a:path>
              </a:pathLst>
            </a:custGeom>
            <a:solidFill>
              <a:srgbClr val="FC5C7D"/>
            </a:solidFill>
            <a:ln/>
          </p:spPr>
        </p:sp>
        <p:sp>
          <p:nvSpPr>
            <p:cNvPr id="16" name="text [lp:8]"/>
            <p:cNvSpPr/>
            <p:nvPr/>
          </p:nvSpPr>
          <p:spPr>
            <a:xfrm>
              <a:off x="3800475" y="2943225"/>
              <a:ext cx="3714750" cy="135731"/>
            </a:xfrm>
            <a:prstGeom prst="rect">
              <a:avLst/>
            </a:prstGeom>
            <a:ln/>
          </p:spPr>
          <p:txBody>
            <a:bodyPr wrap="square" lIns="128588" tIns="0" rIns="0" bIns="0" rtlCol="0" anchor="t"/>
            <a:lstStyle/>
            <a:p>
              <a:pPr algn="l" indent="0" marL="0">
                <a:buNone/>
              </a:pPr>
              <a:r>
                <a:rPr lang="zh-CN" altLang="en-US" sz="900" i="1" dirty="0">
                  <a:solidFill>
                    <a:srgbClr val="6A788B"/>
                  </a:solidFill>
                  <a:latin typeface="Georgia" pitchFamily="34" charset="0"/>
                  <a:ea typeface="宋体" pitchFamily="34" charset="-122"/>
                  <a:cs typeface="宋体" pitchFamily="34" charset="-120"/>
                </a:rPr>
                <a:t>第一章 一只小熊如何成为全球偶像 汇报人：彭江 | 架构管理团队</a:t>
              </a:r>
              <a:endParaRPr lang="en-US" sz="900" dirty="0"/>
            </a:p>
          </p:txBody>
        </p:sp>
      </p:grpSp>
      <p:sp>
        <p:nvSpPr>
          <p:cNvPr id="17" name="Text 13"/>
          <p:cNvSpPr/>
          <p:nvPr/>
        </p:nvSpPr>
        <p:spPr>
          <a:xfrm>
            <a:off x="721519" y="4800600"/>
            <a:ext cx="80010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113" kern="0" dirty="0">
                <a:solidFill>
                  <a:srgbClr val="3D3D56">
                    <a:alpha val="50000"/>
                  </a:srgbClr>
                </a:solidFill>
                <a:latin typeface="Helvetica Neue" pitchFamily="34" charset="0"/>
                <a:ea typeface="宋体" pitchFamily="34" charset="-122"/>
                <a:cs typeface="宋体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6856270" y="4800600"/>
            <a:ext cx="159305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113" kern="0" dirty="0">
                <a:solidFill>
                  <a:srgbClr val="3D3D56">
                    <a:alpha val="50000"/>
                  </a:srgbClr>
                </a:solidFill>
                <a:latin typeface="Helvetica Neue" pitchFamily="34" charset="0"/>
                <a:ea typeface="宋体" pitchFamily="34" charset="-122"/>
                <a:cs typeface="宋体" pitchFamily="34" charset="-120"/>
              </a:rPr>
              <a:t>2026 · 小熊维尼：经典卡通形象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2026-09-08T08:55:48Z</dcterms:created>
  <dcterms:modified xsi:type="dcterms:W3CDTF">2026-09-08T08:55:48Z</dcterms:modified>
</cp:coreProperties>
</file>