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sib">
            <a:innerShdw blurRad="285750" dist="202056" dir="13500000">
              <a:srgbClr val="FFFDF7">
                <a:alpha val="78000"/>
              </a:srgbClr>
            </a:innerShdw>
            <a:innerShdw blurRad="285750" dist="202056" dir="2700000">
              <a:srgbClr val="AEA394">
                <a:alpha val="32000"/>
              </a:srgbClr>
            </a:innerShdw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sib">
            <a:innerShdw blurRad="114300" dist="80822" dir="13500000">
              <a:srgbClr val="FFFDF7">
                <a:alpha val="78000"/>
              </a:srgbClr>
            </a:innerShdw>
            <a:innerShdw blurRad="114300" dist="80822" dir="2700000">
              <a:srgbClr val="AEA394">
                <a:alpha val="35000"/>
              </a:srgbClr>
            </a:innerShdw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sib">
              <a:innerShdw blurRad="64294" dist="40411" dir="13500000">
                <a:srgbClr val="FFFDF7">
                  <a:alpha val="78000"/>
                </a:srgbClr>
              </a:innerShdw>
              <a:innerShdw blurRad="64294" dist="40411" dir="2700000">
                <a:srgbClr val="AEA394">
                  <a:alpha val="35000"/>
                </a:srgbClr>
              </a:innerShdw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sib">
              <a:innerShdw blurRad="35719" dist="20206" dir="13500000">
                <a:srgbClr val="FFFDF7">
                  <a:alpha val="78000"/>
                </a:srgbClr>
              </a:innerShdw>
              <a:innerShdw blurRad="35719" dist="20206" dir="2700000">
                <a:srgbClr val="AEA394">
                  <a:alpha val="40000"/>
                </a:srgbClr>
              </a:innerShdw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sib">
            <a:innerShdw blurRad="42863" dist="30308" dir="13500000">
              <a:srgbClr val="FFFDF7">
                <a:alpha val="78000"/>
              </a:srgbClr>
            </a:innerShdw>
            <a:innerShdw blurRad="42863" dist="30308" dir="2700000">
              <a:srgbClr val="AEA394">
                <a:alpha val="35000"/>
              </a:srgbClr>
            </a:innerShdw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sib">
            <a:innerShdw blurRad="28575" dist="20206" dir="13500000">
              <a:srgbClr val="FFFDF7">
                <a:alpha val="78000"/>
              </a:srgbClr>
            </a:innerShdw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sib">
            <a:innerShdw blurRad="28575" dist="20206" dir="13500000">
              <a:srgbClr val="FFFDF7">
                <a:alpha val="78000"/>
              </a:srgbClr>
            </a:innerShdw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