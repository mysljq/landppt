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5" name="CSS inset shadow layer 4 0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1000"/>
            </a:srgbClr>
          </a:solidFill>
          <a:ln/>
          <a:effectLst>
            <a:innerShdw blurRad="285750" dist="202056" dir="2700000">
              <a:srgbClr val="AEA394">
                <a:alpha val="32000"/>
              </a:srgbClr>
            </a:innerShdw>
          </a:effectLst>
        </p:spPr>
      </p:sp>
      <p:sp>
        <p:nvSpPr>
          <p:cNvPr id="6" name="CSS inset shadow layer 4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1000"/>
            </a:srgbClr>
          </a:solidFill>
          <a:ln/>
          <a:effectLst>
            <a:innerShdw blurRad="285750" dist="202056" dir="13500000">
              <a:srgbClr val="FFFDF7">
                <a:alpha val="78000"/>
              </a:srgbClr>
            </a:innerShdw>
          </a:effectLst>
        </p:spPr>
      </p:sp>
      <p:sp>
        <p:nvSpPr>
          <p:cNvPr id="7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8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11" name="CSS inset shadow layer 8 0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1000"/>
            </a:srgbClr>
          </a:solidFill>
          <a:ln/>
          <a:effectLst>
            <a:innerShdw blurRad="114300" dist="80822" dir="2700000">
              <a:srgbClr val="AEA394">
                <a:alpha val="35000"/>
              </a:srgbClr>
            </a:innerShdw>
          </a:effectLst>
        </p:spPr>
      </p:sp>
      <p:sp>
        <p:nvSpPr>
          <p:cNvPr id="12" name="CSS inset shadow layer 8 1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1000"/>
            </a:srgbClr>
          </a:solidFill>
          <a:ln/>
          <a:effectLst>
            <a:innerShdw blurRad="114300" dist="80822" dir="13500000">
              <a:srgbClr val="FFFDF7">
                <a:alpha val="78000"/>
              </a:srgbClr>
            </a:innerShdw>
          </a:effectLst>
        </p:spPr>
      </p:sp>
      <p:grpSp>
        <p:nvGrpSpPr>
          <p:cNvPr id="56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3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4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5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6" name="text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7" name="CSS inset shadow layer 23 0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1000"/>
              </a:srgbClr>
            </a:solidFill>
            <a:ln/>
            <a:effectLst>
              <a:innerShdw blurRad="64294" dist="40411" dir="2700000">
                <a:srgbClr val="AEA394">
                  <a:alpha val="35000"/>
                </a:srgbClr>
              </a:innerShdw>
            </a:effectLst>
          </p:spPr>
        </p:sp>
        <p:sp>
          <p:nvSpPr>
            <p:cNvPr id="18" name="CSS inset shadow layer 23 1 [lp:5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1000"/>
              </a:srgbClr>
            </a:solidFill>
            <a:ln/>
            <a:effectLst>
              <a:innerShdw blurRad="64294" dist="40411" dir="13500000">
                <a:srgbClr val="FFFDF7">
                  <a:alpha val="78000"/>
                </a:srgbClr>
              </a:innerShdw>
            </a:effectLst>
          </p:spPr>
        </p:sp>
        <p:sp>
          <p:nvSpPr>
            <p:cNvPr id="19" name="text [lp:6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20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</p:spPr>
        </p:sp>
        <p:sp>
          <p:nvSpPr>
            <p:cNvPr id="21" name="CSS inset shadow layer 27 0 [lp:8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1000"/>
              </a:srgbClr>
            </a:solidFill>
            <a:ln/>
            <a:effectLst>
              <a:innerShdw blurRad="35719" dist="20206" dir="2700000">
                <a:srgbClr val="AEA394">
                  <a:alpha val="40000"/>
                </a:srgbClr>
              </a:innerShdw>
            </a:effectLst>
          </p:spPr>
        </p:sp>
        <p:sp>
          <p:nvSpPr>
            <p:cNvPr id="22" name="CSS inset shadow layer 27 1 [lp:9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1000"/>
              </a:srgbClr>
            </a:solidFill>
            <a:ln/>
            <a:effectLst>
              <a:innerShdw blurRad="35719" dist="20206" dir="13500000">
                <a:srgbClr val="FFFDF7">
                  <a:alpha val="78000"/>
                </a:srgbClr>
              </a:innerShdw>
            </a:effectLst>
          </p:spPr>
        </p:sp>
        <p:sp>
          <p:nvSpPr>
            <p:cNvPr id="23" name="text [lp:10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7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4" name="CSS outer shadow layer 34 0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5" name="CSS outer shadow layer 34 1 [lp:12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6" name="shape [lp:13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7" name="text [lp:14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8" name="shape [lp:15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9" name="text [lp:16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30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1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3" name="Shape 30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5" name="Text 32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6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7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9" name="Shape 36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41" name="Text 38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3" name="CSS inset shadow layer 49 0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1000"/>
            </a:srgbClr>
          </a:solidFill>
          <a:ln/>
          <a:effectLst>
            <a:innerShdw blurRad="42863" dist="30308" dir="2700000">
              <a:srgbClr val="AEA394">
                <a:alpha val="35000"/>
              </a:srgbClr>
            </a:innerShdw>
          </a:effectLst>
        </p:spPr>
      </p:sp>
      <p:sp>
        <p:nvSpPr>
          <p:cNvPr id="44" name="CSS inset shadow layer 49 1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1000"/>
            </a:srgbClr>
          </a:solidFill>
          <a:ln/>
          <a:effectLst>
            <a:innerShdw blurRad="42863" dist="30308" dir="13500000">
              <a:srgbClr val="FFFDF7">
                <a:alpha val="78000"/>
              </a:srgbClr>
            </a:innerShdw>
          </a:effectLst>
        </p:spPr>
      </p:sp>
      <p:sp>
        <p:nvSpPr>
          <p:cNvPr id="45" name="Shape 42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6" name="CSS inset shadow layer 56 0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1000"/>
            </a:srgbClr>
          </a:solidFill>
          <a:ln/>
          <a:effectLst>
            <a:innerShdw blurRad="28575" dist="20206" dir="2700000">
              <a:srgbClr val="AEA394">
                <a:alpha val="35000"/>
              </a:srgbClr>
            </a:innerShdw>
          </a:effectLst>
        </p:spPr>
      </p:sp>
      <p:sp>
        <p:nvSpPr>
          <p:cNvPr id="47" name="CSS inset shadow layer 56 1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1000"/>
            </a:srgbClr>
          </a:solidFill>
          <a:ln/>
          <a:effectLst>
            <a:innerShdw blurRad="28575" dist="20206" dir="13500000">
              <a:srgbClr val="FFFDF7">
                <a:alpha val="78000"/>
              </a:srgbClr>
            </a:innerShdw>
          </a:effectLst>
        </p:spPr>
      </p:sp>
      <p:sp>
        <p:nvSpPr>
          <p:cNvPr id="48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9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51" name="Shape 48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52" name="Shape 49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53" name="CSS inset shadow layer 60 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1000"/>
            </a:srgbClr>
          </a:solidFill>
          <a:ln/>
          <a:effectLst>
            <a:innerShdw blurRad="28575" dist="20206" dir="2700000">
              <a:srgbClr val="AEA394">
                <a:alpha val="35000"/>
              </a:srgbClr>
            </a:innerShdw>
          </a:effectLst>
        </p:spPr>
      </p:sp>
      <p:sp>
        <p:nvSpPr>
          <p:cNvPr id="54" name="CSS inset shadow layer 60 1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1000"/>
            </a:srgbClr>
          </a:solidFill>
          <a:ln/>
          <a:effectLst>
            <a:innerShdw blurRad="28575" dist="20206" dir="13500000">
              <a:srgbClr val="FFFDF7">
                <a:alpha val="78000"/>
              </a:srgbClr>
            </a:innerShdw>
          </a:effectLst>
        </p:spPr>
      </p:sp>
      <p:sp>
        <p:nvSpPr>
          <p:cNvPr id="55" name="Text 52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2026-09-08T01:51:53Z</dcterms:created>
  <dcterms:modified xsi:type="dcterms:W3CDTF">2026-09-08T01:51:53Z</dcterms:modified>
</cp:coreProperties>
</file>