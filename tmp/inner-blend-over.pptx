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hadow surface 4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285750" dist="202056" dir="13500000">
              <a:srgbClr val="FFFDF7">
                <a:alpha val="78000"/>
              </a:srgbClr>
            </a:innerShdw>
            <a:blend blend="over">
              <a:cont type="tree">
                <a:innerShdw blurRad="285750" dist="202056" dir="2700000">
                  <a:srgbClr val="AEA394">
                    <a:alpha val="32000"/>
                  </a:srgbClr>
                </a:innerShdw>
              </a:cont>
            </a:blend>
          </a:effectDag>
        </p:spPr>
      </p:sp>
      <p:sp>
        <p:nvSpPr>
          <p:cNvPr id="5" name="Shape 2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ln/>
        </p:spPr>
      </p:sp>
      <p:sp>
        <p:nvSpPr>
          <p:cNvPr id="6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7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9" name="CSS inset shadow surface 8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114300" dist="80822" dir="13500000">
              <a:srgbClr val="FFFDF7">
                <a:alpha val="78000"/>
              </a:srgbClr>
            </a:innerShdw>
            <a:blend blend="over">
              <a:cont type="tree">
                <a:innerShdw blurRad="114300" dist="80822" dir="2700000">
                  <a:srgbClr val="AEA394">
                    <a:alpha val="35000"/>
                  </a:srgbClr>
                </a:innerShdw>
              </a:cont>
            </a:blend>
          </a:effectDag>
        </p:spPr>
      </p:sp>
      <p:sp>
        <p:nvSpPr>
          <p:cNvPr id="10" name="Shape 7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ln/>
        </p:spPr>
      </p:sp>
      <p:grpSp>
        <p:nvGrpSpPr>
          <p:cNvPr id="49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1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2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3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4" name="CSS inset shadow surface 23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/>
            </a:solidFill>
            <a:ln/>
            <a:effectDag type="tree">
              <a:innerShdw blurRad="64294" dist="40411" dir="13500000">
                <a:srgbClr val="FFFDF7">
                  <a:alpha val="78000"/>
                </a:srgbClr>
              </a:innerShdw>
              <a:blend blend="over">
                <a:cont type="tree">
                  <a:innerShdw blurRad="64294" dist="40411" dir="2700000">
                    <a:srgbClr val="AEA394">
                      <a:alpha val="35000"/>
                    </a:srgbClr>
                  </a:innerShdw>
                </a:cont>
              </a:blend>
            </a:effectDag>
          </p:spPr>
        </p:sp>
        <p:sp>
          <p:nvSpPr>
            <p:cNvPr id="15" name="text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6" name="text [lp:5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17" name="CSS inset shadow surface 27 [lp:6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/>
            </a:solidFill>
            <a:ln/>
            <a:effectDag type="tree">
              <a:innerShdw blurRad="35719" dist="20206" dir="13500000">
                <a:srgbClr val="FFFDF7">
                  <a:alpha val="78000"/>
                </a:srgbClr>
              </a:innerShdw>
              <a:blend blend="over">
                <a:cont type="tree">
                  <a:innerShdw blurRad="35719" dist="20206" dir="2700000">
                    <a:srgbClr val="AEA394">
                      <a:alpha val="40000"/>
                    </a:srgbClr>
                  </a:innerShdw>
                </a:cont>
              </a:blend>
            </a:effectDag>
          </p:spPr>
        </p:sp>
        <p:sp>
          <p:nvSpPr>
            <p:cNvPr id="18" name="shape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ln/>
          </p:spPr>
        </p:sp>
        <p:sp>
          <p:nvSpPr>
            <p:cNvPr id="19" name="text [lp:8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0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0" name="CSS outer shadow layer 34 0 [lp:9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1" name="CSS outer shadow layer 34 1 [lp:10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2" name="shape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3" name="text [lp:12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4" name="shape [lp:13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5" name="text [lp:14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26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27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29" name="Shape 26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1" name="Text 28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2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3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5" name="Shape 32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37" name="Text 34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38" name="CSS inset shadow surface 49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/>
          </a:solidFill>
          <a:ln/>
          <a:effectDag type="tree">
            <a:innerShdw blurRad="42863" dist="30308" dir="13500000">
              <a:srgbClr val="FFFDF7">
                <a:alpha val="78000"/>
              </a:srgbClr>
            </a:innerShdw>
            <a:blend blend="over">
              <a:cont type="tree">
                <a:innerShdw blurRad="42863" dist="30308" dir="2700000">
                  <a:srgbClr val="AEA394">
                    <a:alpha val="35000"/>
                  </a:srgbClr>
                </a:innerShdw>
              </a:cont>
            </a:blend>
          </a:effectDag>
        </p:spPr>
      </p:sp>
      <p:sp>
        <p:nvSpPr>
          <p:cNvPr id="39" name="Text 36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0" name="CSS inset shadow surface 56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13500000">
              <a:srgbClr val="FFFDF7">
                <a:alpha val="78000"/>
              </a:srgbClr>
            </a:innerShdw>
            <a:blend blend="over">
              <a:cont type="tree">
                <a:innerShdw blurRad="28575" dist="20206" dir="2700000">
                  <a:srgbClr val="AEA394">
                    <a:alpha val="35000"/>
                  </a:srgbClr>
                </a:innerShdw>
              </a:cont>
            </a:blend>
          </a:effectDag>
        </p:spPr>
      </p:sp>
      <p:sp>
        <p:nvSpPr>
          <p:cNvPr id="41" name="Shape 38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2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3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45" name="Shape 42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46" name="CSS inset shadow surface 6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13500000">
              <a:srgbClr val="FFFDF7">
                <a:alpha val="78000"/>
              </a:srgbClr>
            </a:innerShdw>
            <a:blend blend="over">
              <a:cont type="tree">
                <a:innerShdw blurRad="28575" dist="20206" dir="2700000">
                  <a:srgbClr val="AEA394">
                    <a:alpha val="35000"/>
                  </a:srgbClr>
                </a:innerShdw>
              </a:cont>
            </a:blend>
          </a:effectDag>
        </p:spPr>
      </p:sp>
      <p:sp>
        <p:nvSpPr>
          <p:cNvPr id="47" name="Shape 44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8" name="Text 45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2026-09-08T01:58:24Z</dcterms:created>
  <dcterms:modified xsi:type="dcterms:W3CDTF">2026-09-08T01:58:24Z</dcterms:modified>
</cp:coreProperties>
</file>