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4D8C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2" y="3572"/>
            <a:ext cx="9136856" cy="5136356"/>
          </a:xfrm>
          <a:prstGeom prst="rect">
            <a:avLst/>
          </a:prstGeom>
          <a:solidFill>
            <a:srgbClr val="FFFFFF">
              <a:alpha val="60000"/>
            </a:srgbClr>
          </a:solidFill>
          <a:ln w="7144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428625" dist="142875" dir="5400000">
              <a:srgbClr val="646496">
                <a:alpha val="30000"/>
              </a:srgbClr>
            </a:outerShdw>
          </a:effectLst>
        </p:spPr>
      </p:sp>
      <p:grpSp>
        <p:nvGrpSpPr>
          <p:cNvPr id="22" name="Card: 架构管理团队2026 · 小熊维尼：经典卡通形象"/>
          <p:cNvGrpSpPr/>
          <p:nvPr/>
        </p:nvGrpSpPr>
        <p:grpSpPr>
          <a:xfrm>
            <a:off x="578644" y="364331"/>
            <a:ext cx="8014004" cy="242888"/>
            <a:chOff x="578644" y="364331"/>
            <a:chExt cx="8014004" cy="242888"/>
          </a:xfrm>
        </p:grpSpPr>
        <p:sp>
          <p:nvSpPr>
            <p:cNvPr id="5" name="shape [lp:0]"/>
            <p:cNvSpPr/>
            <p:nvPr/>
          </p:nvSpPr>
          <p:spPr>
            <a:xfrm>
              <a:off x="578644" y="364331"/>
              <a:ext cx="7986713" cy="242888"/>
            </a:xfrm>
            <a:prstGeom prst="rect">
              <a:avLst/>
            </a:prstGeom>
            <a:ln/>
          </p:spPr>
        </p:sp>
        <p:sp>
          <p:nvSpPr>
            <p:cNvPr id="6" name="CSS border bottom 3 [lp:1]"/>
            <p:cNvSpPr/>
            <p:nvPr/>
          </p:nvSpPr>
          <p:spPr>
            <a:xfrm>
              <a:off x="578644" y="600075"/>
              <a:ext cx="7986713" cy="7144"/>
            </a:xfrm>
            <a:custGeom>
              <a:avLst/>
              <a:gdLst/>
              <a:ahLst/>
              <a:cxnLst/>
              <a:rect l="l" t="t" r="r" b="b"/>
              <a:pathLst>
                <a:path w="7986713" h="7144">
                  <a:moveTo>
                    <a:pt x="7986713" y="7144"/>
                  </a:moveTo>
                  <a:lnTo>
                    <a:pt x="0" y="7144"/>
                  </a:lnTo>
                  <a:lnTo>
                    <a:pt x="0" y="0"/>
                  </a:lnTo>
                  <a:lnTo>
                    <a:pt x="7986713" y="0"/>
                  </a:lnTo>
                  <a:close/>
                </a:path>
              </a:pathLst>
            </a:custGeom>
            <a:solidFill>
              <a:srgbClr val="6C82FB">
                <a:alpha val="25000"/>
              </a:srgbClr>
            </a:solidFill>
            <a:ln/>
          </p:spPr>
        </p:sp>
        <p:sp>
          <p:nvSpPr>
            <p:cNvPr id="7" name="shape [lp:2]"/>
            <p:cNvSpPr/>
            <p:nvPr/>
          </p:nvSpPr>
          <p:spPr>
            <a:xfrm>
              <a:off x="578644" y="389334"/>
              <a:ext cx="71438" cy="71438"/>
            </a:xfrm>
            <a:prstGeom prst="ellipse">
              <a:avLst/>
            </a:prstGeom>
            <a:gradFill rotWithShape="1">
              <a:gsLst>
                <a:gs pos="0">
                  <a:srgbClr val="6A82FB">
                    <a:alpha val="100000"/>
                  </a:srgbClr>
                </a:gs>
                <a:gs pos="100000">
                  <a:srgbClr val="FC5C7D">
                    <a:alpha val="100000"/>
                  </a:srgbClr>
                </a:gs>
              </a:gsLst>
              <a:lin ang="18900000" scaled="1"/>
            </a:gradFill>
            <a:ln/>
          </p:spPr>
        </p:sp>
        <p:sp>
          <p:nvSpPr>
            <p:cNvPr id="8" name="text [lp:3]"/>
            <p:cNvSpPr/>
            <p:nvPr/>
          </p:nvSpPr>
          <p:spPr>
            <a:xfrm>
              <a:off x="735806" y="364331"/>
              <a:ext cx="671513" cy="12144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spc="113" kern="0" dirty="0">
                  <a:solidFill>
                    <a:srgbClr val="3D3D56"/>
                  </a:solidFill>
                  <a:latin typeface="Helvetica Neue" pitchFamily="34" charset="0"/>
                  <a:ea typeface="宋体" pitchFamily="34" charset="-122"/>
                  <a:cs typeface="宋体" pitchFamily="34" charset="-120"/>
                </a:rPr>
                <a:t>架构管理团队</a:t>
              </a:r>
              <a:endParaRPr lang="en-US" sz="700" dirty="0"/>
            </a:p>
          </p:txBody>
        </p:sp>
        <p:sp>
          <p:nvSpPr>
            <p:cNvPr id="9" name="text [lp:4]"/>
            <p:cNvSpPr/>
            <p:nvPr/>
          </p:nvSpPr>
          <p:spPr>
            <a:xfrm>
              <a:off x="7099604" y="367903"/>
              <a:ext cx="1493044" cy="114300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600" spc="113" kern="0" dirty="0">
                  <a:solidFill>
                    <a:srgbClr val="3D3D56">
                      <a:alpha val="55000"/>
                    </a:srgbClr>
                  </a:solidFill>
                  <a:latin typeface="Helvetica Neue" pitchFamily="34" charset="0"/>
                  <a:ea typeface="宋体" pitchFamily="34" charset="-122"/>
                  <a:cs typeface="宋体" pitchFamily="34" charset="-120"/>
                </a:rPr>
                <a:t>2026 · 小熊维尼：经典卡通形象</a:t>
              </a:r>
              <a:endParaRPr lang="en-US" sz="600" dirty="0"/>
            </a:p>
          </p:txBody>
        </p:sp>
      </p:grpSp>
      <p:sp>
        <p:nvSpPr>
          <p:cNvPr id="10" name="Shape 7"/>
          <p:cNvSpPr/>
          <p:nvPr/>
        </p:nvSpPr>
        <p:spPr>
          <a:xfrm>
            <a:off x="364331" y="750094"/>
            <a:ext cx="1428750" cy="1428750"/>
          </a:xfrm>
          <a:prstGeom prst="ellipse">
            <a:avLst/>
          </a:prstGeom>
          <a:ln w="7144">
            <a:solidFill>
              <a:srgbClr val="6C82FB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08044" y="2893219"/>
            <a:ext cx="1571625" cy="1571625"/>
          </a:xfrm>
          <a:prstGeom prst="ellipse">
            <a:avLst/>
          </a:prstGeom>
          <a:ln w="7144">
            <a:solidFill>
              <a:srgbClr val="FC5C7D">
                <a:alpha val="25000"/>
              </a:srgbClr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582591" y="1593726"/>
            <a:ext cx="1978819" cy="114300"/>
          </a:xfrm>
          <a:prstGeom prst="rect">
            <a:avLst/>
          </a:prstGeom>
          <a:ln/>
        </p:spPr>
        <p:txBody>
          <a:bodyPr wrap="square" lIns="485775" tIns="0" rIns="485775" bIns="0" rtlCol="0" anchor="ctr"/>
          <a:lstStyle/>
          <a:p>
            <a:pPr algn="ctr" indent="0" marL="0">
              <a:buNone/>
            </a:pPr>
            <a:r>
              <a:rPr lang="en-US" sz="700" b="1" spc="338" kern="0" dirty="0">
                <a:solidFill>
                  <a:srgbClr val="6A82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6990" y="1643732"/>
            <a:ext cx="357188" cy="1428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9823" y="1643732"/>
            <a:ext cx="357188" cy="14288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706" y="1779463"/>
            <a:ext cx="2706588" cy="8629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125516" y="2685269"/>
            <a:ext cx="89296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zh-CN" altLang="en-US" sz="1100" dirty="0">
                <a:solidFill>
                  <a:srgbClr val="3D3D56"/>
                </a:solidFill>
                <a:latin typeface="Helvetica Neue" pitchFamily="34" charset="0"/>
                <a:ea typeface="宋体" pitchFamily="34" charset="-122"/>
                <a:cs typeface="宋体" pitchFamily="34" charset="-120"/>
              </a:rPr>
              <a:t>感谢您的聆听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581448" y="3128181"/>
            <a:ext cx="598110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00" i="1" dirty="0">
                <a:solidFill>
                  <a:srgbClr val="6A788B"/>
                </a:solidFill>
                <a:latin typeface="Georgia" pitchFamily="34" charset="0"/>
                <a:ea typeface="宋体" pitchFamily="34" charset="-122"/>
                <a:cs typeface="宋体" pitchFamily="34" charset="-120"/>
              </a:rPr>
              <a:t>从英国文学到全球文化现象，小熊维尼永远是温暖的童年记忆。我是来自架构管理团队的彭江，感谢您的聆听。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014663" y="3471081"/>
            <a:ext cx="3114675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微软雅黑" pitchFamily="34" charset="-120"/>
              </a:rPr>
              <a:t>从英国文学到全球文化现象，小熊维尼永远是温暖的童年记忆</a:t>
            </a:r>
            <a:endParaRPr lang="en-US" sz="900" dirty="0"/>
          </a:p>
        </p:txBody>
      </p:sp>
      <p:grpSp>
        <p:nvGrpSpPr>
          <p:cNvPr id="23" name="Card: 2026"/>
          <p:cNvGrpSpPr/>
          <p:nvPr/>
        </p:nvGrpSpPr>
        <p:grpSpPr>
          <a:xfrm>
            <a:off x="578644" y="4607719"/>
            <a:ext cx="8015567" cy="242888"/>
            <a:chOff x="578644" y="4607719"/>
            <a:chExt cx="8015567" cy="242888"/>
          </a:xfrm>
        </p:grpSpPr>
        <p:sp>
          <p:nvSpPr>
            <p:cNvPr id="19" name="shape [lp:5]"/>
            <p:cNvSpPr/>
            <p:nvPr/>
          </p:nvSpPr>
          <p:spPr>
            <a:xfrm>
              <a:off x="578644" y="4607719"/>
              <a:ext cx="7986713" cy="242888"/>
            </a:xfrm>
            <a:prstGeom prst="rect">
              <a:avLst/>
            </a:prstGeom>
            <a:ln/>
          </p:spPr>
        </p:sp>
        <p:sp>
          <p:nvSpPr>
            <p:cNvPr id="20" name="CSS border top 16 [lp:6]"/>
            <p:cNvSpPr/>
            <p:nvPr/>
          </p:nvSpPr>
          <p:spPr>
            <a:xfrm>
              <a:off x="578644" y="4607719"/>
              <a:ext cx="7986713" cy="7144"/>
            </a:xfrm>
            <a:custGeom>
              <a:avLst/>
              <a:gdLst/>
              <a:ahLst/>
              <a:cxnLst/>
              <a:rect l="l" t="t" r="r" b="b"/>
              <a:pathLst>
                <a:path w="7986713" h="7144">
                  <a:moveTo>
                    <a:pt x="0" y="0"/>
                  </a:moveTo>
                  <a:lnTo>
                    <a:pt x="7986713" y="0"/>
                  </a:lnTo>
                  <a:lnTo>
                    <a:pt x="7986713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6C82FB">
                <a:alpha val="25000"/>
              </a:srgbClr>
            </a:solidFill>
            <a:ln/>
          </p:spPr>
        </p:sp>
        <p:sp>
          <p:nvSpPr>
            <p:cNvPr id="21" name="text [lp:7]"/>
            <p:cNvSpPr/>
            <p:nvPr/>
          </p:nvSpPr>
          <p:spPr>
            <a:xfrm>
              <a:off x="8301317" y="4743450"/>
              <a:ext cx="292894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700" spc="113" kern="0" dirty="0">
                  <a:solidFill>
                    <a:srgbClr val="3D3D56">
                      <a:alpha val="60000"/>
                    </a:srgbClr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2026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2026-09-08T08:55:53Z</dcterms:created>
  <dcterms:modified xsi:type="dcterms:W3CDTF">2026-09-08T08:55:53Z</dcterms:modified>
</cp:coreProperties>
</file>