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  <a:effectLst>
            <a:innerShdw blurRad="285750" dist="202056" dir="13500000">
              <a:srgbClr val="AEA394">
                <a:alpha val="32000"/>
              </a:srgbClr>
            </a:innerShdw>
          </a:effectLst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eparate half 0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  <a:effectLst>
            <a:innerShdw blurRad="285750" dist="202056" dir="2700000">
              <a:srgbClr val="FFFDF7">
                <a:alpha val="78000"/>
              </a:srgbClr>
            </a:innerShdw>
          </a:effectLst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eparate half 1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114300" dist="80822" dir="13500000">
              <a:srgbClr val="AEA394">
                <a:alpha val="35000"/>
              </a:srgbClr>
            </a:innerShdw>
            <a:blend blend="screen">
              <a:cont type="tree">
                <a:innerShdw blurRad="114300" dist="80822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innerShdw blurRad="64294" dist="40411" dir="13500000">
                <a:srgbClr val="AEA394">
                  <a:alpha val="35000"/>
                </a:srgbClr>
              </a:innerShdw>
              <a:blend blend="screen">
                <a:cont type="tree">
                  <a:innerShdw blurRad="64294" dist="40411" dir="27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innerShdw blurRad="35719" dist="20206" dir="13500000">
                <a:srgbClr val="AEA394">
                  <a:alpha val="40000"/>
                </a:srgbClr>
              </a:innerShdw>
              <a:blend blend="screen">
                <a:cont type="tree">
                  <a:innerShdw blurRad="35719" dist="20206" dir="27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innerShdw blurRad="42863" dist="30308" dir="13500000">
              <a:srgbClr val="AEA394">
                <a:alpha val="35000"/>
              </a:srgbClr>
            </a:innerShdw>
            <a:blend blend="screen">
              <a:cont type="tree">
                <a:innerShdw blurRad="42863" dist="30308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AEA394">
                <a:alpha val="35000"/>
              </a:srgbClr>
            </a:innerShdw>
            <a:blend blend="screen">
              <a:cont type="tree">
                <a:innerShdw blurRad="28575" dist="20206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AEA394">
                <a:alpha val="35000"/>
              </a:srgbClr>
            </a:innerShdw>
            <a:blend blend="screen">
              <a:cont type="tree">
                <a:innerShdw blurRad="28575" dist="20206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2026-09-08T09:38:41Z</dcterms:created>
  <dcterms:modified xsi:type="dcterms:W3CDTF">2026-09-08T09:38:41Z</dcterms:modified>
</cp:coreProperties>
</file>