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6E1"/>
          </a:solidFill>
          <a:ln/>
        </p:spPr>
      </p:sp>
      <p:pic>
        <p:nvPicPr>
          <p:cNvPr id="3" name="CSS layered background 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CSS inset shadow surface 4"/>
          <p:cNvSpPr/>
          <p:nvPr/>
        </p:nvSpPr>
        <p:spPr>
          <a:xfrm>
            <a:off x="7286625" y="-1000125"/>
            <a:ext cx="2714625" cy="2714625"/>
          </a:xfrm>
          <a:prstGeom prst="ellipse">
            <a:avLst/>
          </a:prstGeom>
          <a:solidFill>
            <a:srgbClr val="E8E6E1"/>
          </a:solidFill>
          <a:ln/>
          <a:effectDag type="tree">
            <a:innerShdw blurRad="285750" dist="202056" dir="13500000">
              <a:srgbClr val="FFFDF7">
                <a:alpha val="78000"/>
              </a:srgbClr>
            </a:innerShdw>
          </a:effectDag>
        </p:spPr>
      </p:sp>
      <p:sp>
        <p:nvSpPr>
          <p:cNvPr id="5" name="Shape 2"/>
          <p:cNvSpPr/>
          <p:nvPr/>
        </p:nvSpPr>
        <p:spPr>
          <a:xfrm>
            <a:off x="7286625" y="-1000125"/>
            <a:ext cx="2714625" cy="2714625"/>
          </a:xfrm>
          <a:prstGeom prst="ellipse">
            <a:avLst/>
          </a:prstGeom>
          <a:ln/>
        </p:spPr>
      </p:sp>
      <p:sp>
        <p:nvSpPr>
          <p:cNvPr id="6" name="CSS outer shadow layer 6 0"/>
          <p:cNvSpPr/>
          <p:nvPr/>
        </p:nvSpPr>
        <p:spPr>
          <a:xfrm>
            <a:off x="-500062" y="4214813"/>
            <a:ext cx="1428750" cy="1428750"/>
          </a:xfrm>
          <a:prstGeom prst="ellipse">
            <a:avLst/>
          </a:prstGeom>
          <a:solidFill>
            <a:srgbClr val="E8E6E1"/>
          </a:solidFill>
          <a:ln/>
          <a:effectLst>
            <a:outerShdw sx="100000" sy="100000" kx="0" ky="0" algn="bl" rotWithShape="0" blurRad="285750" dist="202056" dir="2700000">
              <a:srgbClr val="AEA394">
                <a:alpha val="32000"/>
              </a:srgbClr>
            </a:outerShdw>
          </a:effectLst>
        </p:spPr>
      </p:sp>
      <p:sp>
        <p:nvSpPr>
          <p:cNvPr id="7" name="CSS outer shadow layer 6 1"/>
          <p:cNvSpPr/>
          <p:nvPr/>
        </p:nvSpPr>
        <p:spPr>
          <a:xfrm>
            <a:off x="-500062" y="4214813"/>
            <a:ext cx="1428750" cy="1428750"/>
          </a:xfrm>
          <a:prstGeom prst="ellipse">
            <a:avLst/>
          </a:prstGeom>
          <a:solidFill>
            <a:srgbClr val="E8E6E1"/>
          </a:solidFill>
          <a:ln/>
          <a:effectLst>
            <a:outerShdw sx="100000" sy="100000" kx="0" ky="0" algn="bl" rotWithShape="0" blurRad="285750" dist="202056" dir="13500000">
              <a:srgbClr val="FFFDF7">
                <a:alpha val="7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-500062" y="4214813"/>
            <a:ext cx="1428750" cy="1428750"/>
          </a:xfrm>
          <a:prstGeom prst="ellipse">
            <a:avLst/>
          </a:prstGeom>
          <a:solidFill>
            <a:srgbClr val="E8E6E1"/>
          </a:solidFill>
          <a:ln/>
        </p:spPr>
      </p:sp>
      <p:sp>
        <p:nvSpPr>
          <p:cNvPr id="9" name="CSS inset shadow surface 8"/>
          <p:cNvSpPr/>
          <p:nvPr/>
        </p:nvSpPr>
        <p:spPr>
          <a:xfrm>
            <a:off x="4429125" y="1000125"/>
            <a:ext cx="571500" cy="571500"/>
          </a:xfrm>
          <a:prstGeom prst="ellipse">
            <a:avLst/>
          </a:prstGeom>
          <a:solidFill>
            <a:srgbClr val="E8E6E1"/>
          </a:solidFill>
          <a:ln/>
          <a:effectDag type="tree">
            <a:innerShdw blurRad="114300" dist="80822" dir="13500000">
              <a:srgbClr val="FFFDF7">
                <a:alpha val="78000"/>
              </a:srgbClr>
            </a:innerShdw>
          </a:effectDag>
        </p:spPr>
      </p:sp>
      <p:sp>
        <p:nvSpPr>
          <p:cNvPr id="10" name="Shape 7"/>
          <p:cNvSpPr/>
          <p:nvPr/>
        </p:nvSpPr>
        <p:spPr>
          <a:xfrm>
            <a:off x="4429125" y="1000125"/>
            <a:ext cx="571500" cy="571500"/>
          </a:xfrm>
          <a:prstGeom prst="ellipse">
            <a:avLst/>
          </a:prstGeom>
          <a:ln/>
        </p:spPr>
      </p:sp>
      <p:grpSp>
        <p:nvGrpSpPr>
          <p:cNvPr id="49" name="Card: AI驱动效率革命"/>
          <p:cNvGrpSpPr/>
          <p:nvPr/>
        </p:nvGrpSpPr>
        <p:grpSpPr>
          <a:xfrm>
            <a:off x="642938" y="1057219"/>
            <a:ext cx="5572125" cy="2614613"/>
            <a:chOff x="642938" y="1057219"/>
            <a:chExt cx="5572125" cy="2614613"/>
          </a:xfrm>
        </p:grpSpPr>
        <p:sp>
          <p:nvSpPr>
            <p:cNvPr id="11" name="CSS outer shadow layer 21 0 [lp:0]"/>
            <p:cNvSpPr/>
            <p:nvPr/>
          </p:nvSpPr>
          <p:spPr>
            <a:xfrm>
              <a:off x="642938" y="1057219"/>
              <a:ext cx="5572125" cy="2614613"/>
            </a:xfrm>
            <a:prstGeom prst="roundRect">
              <a:avLst>
                <a:gd name="adj" fmla="val 9836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357188" dist="242467" dir="2700000">
                <a:srgbClr val="AEA394">
                  <a:alpha val="40000"/>
                </a:srgbClr>
              </a:outerShdw>
            </a:effectLst>
          </p:spPr>
        </p:sp>
        <p:sp>
          <p:nvSpPr>
            <p:cNvPr id="12" name="CSS outer shadow layer 21 1 [lp:1]"/>
            <p:cNvSpPr/>
            <p:nvPr/>
          </p:nvSpPr>
          <p:spPr>
            <a:xfrm>
              <a:off x="642938" y="1057219"/>
              <a:ext cx="5572125" cy="2614613"/>
            </a:xfrm>
            <a:prstGeom prst="roundRect">
              <a:avLst>
                <a:gd name="adj" fmla="val 9836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357188" dist="242467" dir="13500000">
                <a:srgbClr val="FFFDF7">
                  <a:alpha val="78000"/>
                </a:srgbClr>
              </a:outerShdw>
            </a:effectLst>
          </p:spPr>
        </p:sp>
        <p:sp>
          <p:nvSpPr>
            <p:cNvPr id="13" name="shape [lp:2]"/>
            <p:cNvSpPr/>
            <p:nvPr/>
          </p:nvSpPr>
          <p:spPr>
            <a:xfrm>
              <a:off x="642938" y="1057219"/>
              <a:ext cx="5572125" cy="2614613"/>
            </a:xfrm>
            <a:prstGeom prst="roundRect">
              <a:avLst>
                <a:gd name="adj" fmla="val 9836"/>
              </a:avLst>
            </a:prstGeom>
            <a:solidFill>
              <a:srgbClr val="E8E6E1"/>
            </a:solidFill>
            <a:ln/>
          </p:spPr>
        </p:sp>
        <p:sp>
          <p:nvSpPr>
            <p:cNvPr id="14" name="CSS inset shadow surface 23 [lp:3]"/>
            <p:cNvSpPr/>
            <p:nvPr/>
          </p:nvSpPr>
          <p:spPr>
            <a:xfrm>
              <a:off x="1142944" y="1514475"/>
              <a:ext cx="1114425" cy="228600"/>
            </a:xfrm>
            <a:prstGeom prst="roundRect">
              <a:avLst>
                <a:gd name="adj" fmla="val 50000"/>
              </a:avLst>
            </a:prstGeom>
            <a:solidFill>
              <a:srgbClr val="E8E6E1"/>
            </a:solidFill>
            <a:ln/>
            <a:effectDag type="tree">
              <a:innerShdw blurRad="64294" dist="40411" dir="13500000">
                <a:srgbClr val="FFFDF7">
                  <a:alpha val="78000"/>
                </a:srgbClr>
              </a:innerShdw>
            </a:effectDag>
          </p:spPr>
        </p:sp>
        <p:sp>
          <p:nvSpPr>
            <p:cNvPr id="15" name="text [lp:4]"/>
            <p:cNvSpPr/>
            <p:nvPr/>
          </p:nvSpPr>
          <p:spPr>
            <a:xfrm>
              <a:off x="1142944" y="1514475"/>
              <a:ext cx="1114425" cy="228600"/>
            </a:xfrm>
            <a:prstGeom prst="roundRect">
              <a:avLst>
                <a:gd name="adj" fmla="val 50000"/>
              </a:avLst>
            </a:prstGeom>
            <a:ln/>
          </p:spPr>
          <p:txBody>
            <a:bodyPr wrap="none" lIns="142875" tIns="57150" rIns="142875" bIns="57150" rtlCol="0" anchor="ctr"/>
            <a:lstStyle/>
            <a:p>
              <a:pPr algn="l" indent="0" marL="0">
                <a:buNone/>
              </a:pPr>
              <a:r>
                <a:rPr lang="zh-CN" altLang="en-US" sz="600" spc="225" kern="0" dirty="0">
                  <a:solidFill>
                    <a:srgbClr val="6B8E8A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AI驱动效率革命</a:t>
              </a:r>
              <a:endParaRPr lang="en-US" sz="600" dirty="0"/>
            </a:p>
          </p:txBody>
        </p:sp>
        <p:sp>
          <p:nvSpPr>
            <p:cNvPr id="16" name="text [lp:5]"/>
            <p:cNvSpPr/>
            <p:nvPr/>
          </p:nvSpPr>
          <p:spPr>
            <a:xfrm>
              <a:off x="1143000" y="1970949"/>
              <a:ext cx="4657725" cy="507206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3982"/>
                </a:lnSpc>
                <a:buNone/>
              </a:pPr>
              <a:r>
                <a:rPr lang="zh-CN" altLang="en-US" sz="3300" b="1" spc="56" kern="0" dirty="0">
                  <a:solidFill>
                    <a:srgbClr val="3D4046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AI驱动效率革命</a:t>
              </a:r>
              <a:endParaRPr lang="en-US" sz="3300" dirty="0"/>
            </a:p>
          </p:txBody>
        </p:sp>
        <p:sp>
          <p:nvSpPr>
            <p:cNvPr id="17" name="CSS inset shadow surface 27 [lp:6]"/>
            <p:cNvSpPr/>
            <p:nvPr/>
          </p:nvSpPr>
          <p:spPr>
            <a:xfrm>
              <a:off x="1143000" y="2677455"/>
              <a:ext cx="457200" cy="42863"/>
            </a:xfrm>
            <a:prstGeom prst="roundRect">
              <a:avLst>
                <a:gd name="adj" fmla="val 49999"/>
              </a:avLst>
            </a:prstGeom>
            <a:solidFill>
              <a:srgbClr val="E8E6E1"/>
            </a:solidFill>
            <a:ln/>
            <a:effectDag type="tree">
              <a:innerShdw blurRad="35719" dist="20206" dir="13500000">
                <a:srgbClr val="FFFDF7">
                  <a:alpha val="78000"/>
                </a:srgbClr>
              </a:innerShdw>
            </a:effectDag>
          </p:spPr>
        </p:sp>
        <p:sp>
          <p:nvSpPr>
            <p:cNvPr id="18" name="shape [lp:7]"/>
            <p:cNvSpPr/>
            <p:nvPr/>
          </p:nvSpPr>
          <p:spPr>
            <a:xfrm>
              <a:off x="1143000" y="2677455"/>
              <a:ext cx="457200" cy="42863"/>
            </a:xfrm>
            <a:prstGeom prst="roundRect">
              <a:avLst>
                <a:gd name="adj" fmla="val 49999"/>
              </a:avLst>
            </a:prstGeom>
            <a:ln/>
          </p:spPr>
        </p:sp>
        <p:sp>
          <p:nvSpPr>
            <p:cNvPr id="19" name="text [lp:8]"/>
            <p:cNvSpPr/>
            <p:nvPr/>
          </p:nvSpPr>
          <p:spPr>
            <a:xfrm>
              <a:off x="1143000" y="3092462"/>
              <a:ext cx="4600575" cy="178594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418"/>
                </a:lnSpc>
                <a:buNone/>
              </a:pPr>
              <a:r>
                <a:rPr lang="zh-CN" altLang="en-US" sz="700" spc="84" kern="0" dirty="0">
                  <a:solidFill>
                    <a:srgbClr val="9A9DA4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架构管理团队 | 彭江</a:t>
              </a:r>
              <a:endParaRPr lang="en-US" sz="700" dirty="0"/>
            </a:p>
          </p:txBody>
        </p:sp>
      </p:grpSp>
      <p:grpSp>
        <p:nvGrpSpPr>
          <p:cNvPr id="50" name="Card: TAGLINE 2026 · 架构管理团队"/>
          <p:cNvGrpSpPr/>
          <p:nvPr/>
        </p:nvGrpSpPr>
        <p:grpSpPr>
          <a:xfrm>
            <a:off x="6858000" y="1643732"/>
            <a:ext cx="1643062" cy="935831"/>
            <a:chOff x="6858000" y="1643732"/>
            <a:chExt cx="1643062" cy="935831"/>
          </a:xfrm>
        </p:grpSpPr>
        <p:sp>
          <p:nvSpPr>
            <p:cNvPr id="20" name="CSS outer shadow layer 34 0 [lp:9]"/>
            <p:cNvSpPr/>
            <p:nvPr/>
          </p:nvSpPr>
          <p:spPr>
            <a:xfrm>
              <a:off x="6858000" y="1643732"/>
              <a:ext cx="1643062" cy="935831"/>
            </a:xfrm>
            <a:prstGeom prst="roundRect">
              <a:avLst>
                <a:gd name="adj" fmla="val 21374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257175" dist="181850" dir="2700000">
                <a:srgbClr val="AEA394">
                  <a:alpha val="40000"/>
                </a:srgbClr>
              </a:outerShdw>
            </a:effectLst>
          </p:spPr>
        </p:sp>
        <p:sp>
          <p:nvSpPr>
            <p:cNvPr id="21" name="CSS outer shadow layer 34 1 [lp:10]"/>
            <p:cNvSpPr/>
            <p:nvPr/>
          </p:nvSpPr>
          <p:spPr>
            <a:xfrm>
              <a:off x="6858000" y="1643732"/>
              <a:ext cx="1643062" cy="935831"/>
            </a:xfrm>
            <a:prstGeom prst="roundRect">
              <a:avLst>
                <a:gd name="adj" fmla="val 21374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257175" dist="181850" dir="13500000">
                <a:srgbClr val="FFFDF7">
                  <a:alpha val="78000"/>
                </a:srgbClr>
              </a:outerShdw>
            </a:effectLst>
          </p:spPr>
        </p:sp>
        <p:sp>
          <p:nvSpPr>
            <p:cNvPr id="22" name="shape [lp:11]"/>
            <p:cNvSpPr/>
            <p:nvPr/>
          </p:nvSpPr>
          <p:spPr>
            <a:xfrm>
              <a:off x="6858000" y="1643732"/>
              <a:ext cx="1643062" cy="935831"/>
            </a:xfrm>
            <a:prstGeom prst="roundRect">
              <a:avLst>
                <a:gd name="adj" fmla="val 21374"/>
              </a:avLst>
            </a:prstGeom>
            <a:solidFill>
              <a:srgbClr val="E8E6E1"/>
            </a:solidFill>
            <a:ln/>
          </p:spPr>
        </p:sp>
        <p:sp>
          <p:nvSpPr>
            <p:cNvPr id="23" name="text [lp:12]"/>
            <p:cNvSpPr/>
            <p:nvPr/>
          </p:nvSpPr>
          <p:spPr>
            <a:xfrm>
              <a:off x="7043738" y="1857375"/>
              <a:ext cx="1300163" cy="107156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600" spc="169" kern="0" dirty="0">
                  <a:solidFill>
                    <a:srgbClr val="9A9DA4"/>
                  </a:solidFill>
                  <a:latin typeface="Microsoft YaHei" pitchFamily="34" charset="0"/>
                  <a:ea typeface="微软雅黑" pitchFamily="34" charset="-122"/>
                  <a:cs typeface="微软雅黑" pitchFamily="34" charset="-120"/>
                </a:rPr>
                <a:t>TAGLINE</a:t>
              </a:r>
              <a:endParaRPr lang="en-US" sz="600" dirty="0"/>
            </a:p>
          </p:txBody>
        </p:sp>
        <p:sp>
          <p:nvSpPr>
            <p:cNvPr id="24" name="shape [lp:13]"/>
            <p:cNvSpPr/>
            <p:nvPr/>
          </p:nvSpPr>
          <p:spPr>
            <a:xfrm>
              <a:off x="7043738" y="2093119"/>
              <a:ext cx="1271588" cy="7144"/>
            </a:xfrm>
            <a:prstGeom prst="rect">
              <a:avLst/>
            </a:prstGeom>
            <a:gradFill rotWithShape="1">
              <a:gsLst>
                <a:gs pos="0">
                  <a:srgbClr val="AEA394">
                    <a:alpha val="0"/>
                  </a:srgbClr>
                </a:gs>
                <a:gs pos="3125">
                  <a:srgbClr val="AEA394">
                    <a:alpha val="2188"/>
                  </a:srgbClr>
                </a:gs>
                <a:gs pos="6250">
                  <a:srgbClr val="AEA394">
                    <a:alpha val="4375"/>
                  </a:srgbClr>
                </a:gs>
                <a:gs pos="9375">
                  <a:srgbClr val="AEA394">
                    <a:alpha val="6563"/>
                  </a:srgbClr>
                </a:gs>
                <a:gs pos="12500">
                  <a:srgbClr val="AEA394">
                    <a:alpha val="8750"/>
                  </a:srgbClr>
                </a:gs>
                <a:gs pos="15625">
                  <a:srgbClr val="AEA394">
                    <a:alpha val="10938"/>
                  </a:srgbClr>
                </a:gs>
                <a:gs pos="18750">
                  <a:srgbClr val="AEA394">
                    <a:alpha val="13125"/>
                  </a:srgbClr>
                </a:gs>
                <a:gs pos="21875">
                  <a:srgbClr val="AEA394">
                    <a:alpha val="15313"/>
                  </a:srgbClr>
                </a:gs>
                <a:gs pos="25000">
                  <a:srgbClr val="AEA394">
                    <a:alpha val="17500"/>
                  </a:srgbClr>
                </a:gs>
                <a:gs pos="28125">
                  <a:srgbClr val="AEA394">
                    <a:alpha val="19688"/>
                  </a:srgbClr>
                </a:gs>
                <a:gs pos="31250">
                  <a:srgbClr val="AEA394">
                    <a:alpha val="21875"/>
                  </a:srgbClr>
                </a:gs>
                <a:gs pos="34375">
                  <a:srgbClr val="AEA394">
                    <a:alpha val="24063"/>
                  </a:srgbClr>
                </a:gs>
                <a:gs pos="37500">
                  <a:srgbClr val="AEA394">
                    <a:alpha val="26250"/>
                  </a:srgbClr>
                </a:gs>
                <a:gs pos="40625">
                  <a:srgbClr val="AEA394">
                    <a:alpha val="28438"/>
                  </a:srgbClr>
                </a:gs>
                <a:gs pos="43750">
                  <a:srgbClr val="AEA394">
                    <a:alpha val="30625"/>
                  </a:srgbClr>
                </a:gs>
                <a:gs pos="46875">
                  <a:srgbClr val="AEA394">
                    <a:alpha val="32813"/>
                  </a:srgbClr>
                </a:gs>
                <a:gs pos="50000">
                  <a:srgbClr val="AEA394">
                    <a:alpha val="35000"/>
                  </a:srgbClr>
                </a:gs>
                <a:gs pos="53125">
                  <a:srgbClr val="AEA394">
                    <a:alpha val="32813"/>
                  </a:srgbClr>
                </a:gs>
                <a:gs pos="56250">
                  <a:srgbClr val="AEA394">
                    <a:alpha val="30625"/>
                  </a:srgbClr>
                </a:gs>
                <a:gs pos="59375">
                  <a:srgbClr val="AEA394">
                    <a:alpha val="28438"/>
                  </a:srgbClr>
                </a:gs>
                <a:gs pos="62500">
                  <a:srgbClr val="AEA394">
                    <a:alpha val="26250"/>
                  </a:srgbClr>
                </a:gs>
                <a:gs pos="65625">
                  <a:srgbClr val="AEA394">
                    <a:alpha val="24063"/>
                  </a:srgbClr>
                </a:gs>
                <a:gs pos="68750">
                  <a:srgbClr val="AEA394">
                    <a:alpha val="21875"/>
                  </a:srgbClr>
                </a:gs>
                <a:gs pos="71875">
                  <a:srgbClr val="AEA394">
                    <a:alpha val="19688"/>
                  </a:srgbClr>
                </a:gs>
                <a:gs pos="75000">
                  <a:srgbClr val="AEA394">
                    <a:alpha val="17500"/>
                  </a:srgbClr>
                </a:gs>
                <a:gs pos="78125">
                  <a:srgbClr val="AEA394">
                    <a:alpha val="15313"/>
                  </a:srgbClr>
                </a:gs>
                <a:gs pos="81250">
                  <a:srgbClr val="AEA394">
                    <a:alpha val="13125"/>
                  </a:srgbClr>
                </a:gs>
                <a:gs pos="84375">
                  <a:srgbClr val="AEA394">
                    <a:alpha val="10938"/>
                  </a:srgbClr>
                </a:gs>
                <a:gs pos="87500">
                  <a:srgbClr val="AEA394">
                    <a:alpha val="8750"/>
                  </a:srgbClr>
                </a:gs>
                <a:gs pos="90625">
                  <a:srgbClr val="AEA394">
                    <a:alpha val="6563"/>
                  </a:srgbClr>
                </a:gs>
                <a:gs pos="93750">
                  <a:srgbClr val="AEA394">
                    <a:alpha val="4375"/>
                  </a:srgbClr>
                </a:gs>
                <a:gs pos="96875">
                  <a:srgbClr val="AEA394">
                    <a:alpha val="2188"/>
                  </a:srgbClr>
                </a:gs>
                <a:gs pos="100000">
                  <a:srgbClr val="AEA394">
                    <a:alpha val="0"/>
                  </a:srgbClr>
                </a:gs>
              </a:gsLst>
              <a:lin ang="0" scaled="1"/>
            </a:gradFill>
            <a:ln/>
          </p:spPr>
        </p:sp>
        <p:sp>
          <p:nvSpPr>
            <p:cNvPr id="25" name="text [lp:14]"/>
            <p:cNvSpPr/>
            <p:nvPr/>
          </p:nvSpPr>
          <p:spPr>
            <a:xfrm>
              <a:off x="7043738" y="2229520"/>
              <a:ext cx="1300163" cy="135731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80"/>
                </a:lnSpc>
                <a:buNone/>
              </a:pPr>
              <a:r>
                <a:rPr lang="zh-CN" altLang="en-US" sz="600" spc="84" kern="0" dirty="0">
                  <a:solidFill>
                    <a:srgbClr val="8A8D96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2026 · 架构管理团队</a:t>
              </a:r>
              <a:endParaRPr lang="en-US" sz="600" dirty="0"/>
            </a:p>
          </p:txBody>
        </p:sp>
      </p:grpSp>
      <p:sp>
        <p:nvSpPr>
          <p:cNvPr id="26" name="CSS outer shadow layer 12 0"/>
          <p:cNvSpPr/>
          <p:nvPr/>
        </p:nvSpPr>
        <p:spPr>
          <a:xfrm>
            <a:off x="426839" y="328613"/>
            <a:ext cx="764381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2700000">
              <a:srgbClr val="AEA394">
                <a:alpha val="40000"/>
              </a:srgbClr>
            </a:outerShdw>
          </a:effectLst>
        </p:spPr>
      </p:sp>
      <p:sp>
        <p:nvSpPr>
          <p:cNvPr id="27" name="CSS outer shadow layer 12 1"/>
          <p:cNvSpPr/>
          <p:nvPr/>
        </p:nvSpPr>
        <p:spPr>
          <a:xfrm>
            <a:off x="426839" y="328613"/>
            <a:ext cx="764381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13500000">
              <a:srgbClr val="FFFDF7">
                <a:alpha val="7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26839" y="328613"/>
            <a:ext cx="764381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</p:spPr>
      </p:sp>
      <p:sp>
        <p:nvSpPr>
          <p:cNvPr id="29" name="Shape 26"/>
          <p:cNvSpPr/>
          <p:nvPr/>
        </p:nvSpPr>
        <p:spPr>
          <a:xfrm>
            <a:off x="564356" y="417909"/>
            <a:ext cx="100013" cy="100013"/>
          </a:xfrm>
          <a:prstGeom prst="ellipse">
            <a:avLst/>
          </a:prstGeom>
          <a:solidFill>
            <a:srgbClr val="6B8E8A">
              <a:alpha val="1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585788" y="439341"/>
            <a:ext cx="57150" cy="57150"/>
          </a:xfrm>
          <a:prstGeom prst="ellipse">
            <a:avLst/>
          </a:prstGeom>
          <a:solidFill>
            <a:srgbClr val="6B8E8A"/>
          </a:solidFill>
          <a:ln/>
        </p:spPr>
      </p:sp>
      <p:sp>
        <p:nvSpPr>
          <p:cNvPr id="31" name="Text 28"/>
          <p:cNvSpPr/>
          <p:nvPr/>
        </p:nvSpPr>
        <p:spPr>
          <a:xfrm>
            <a:off x="728662" y="407194"/>
            <a:ext cx="30360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69" kern="0" dirty="0">
                <a:solidFill>
                  <a:srgbClr val="6B6E75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2026</a:t>
            </a:r>
            <a:endParaRPr lang="en-US" sz="700" dirty="0"/>
          </a:p>
        </p:txBody>
      </p:sp>
      <p:sp>
        <p:nvSpPr>
          <p:cNvPr id="32" name="CSS outer shadow layer 16 0"/>
          <p:cNvSpPr/>
          <p:nvPr/>
        </p:nvSpPr>
        <p:spPr>
          <a:xfrm>
            <a:off x="7572375" y="328613"/>
            <a:ext cx="1143000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2700000">
              <a:srgbClr val="AEA394">
                <a:alpha val="40000"/>
              </a:srgbClr>
            </a:outerShdw>
          </a:effectLst>
        </p:spPr>
      </p:sp>
      <p:sp>
        <p:nvSpPr>
          <p:cNvPr id="33" name="CSS outer shadow layer 16 1"/>
          <p:cNvSpPr/>
          <p:nvPr/>
        </p:nvSpPr>
        <p:spPr>
          <a:xfrm>
            <a:off x="7572375" y="328613"/>
            <a:ext cx="1143000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13500000">
              <a:srgbClr val="FFFDF7">
                <a:alpha val="7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7572375" y="328613"/>
            <a:ext cx="1143000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</p:spPr>
      </p:sp>
      <p:sp>
        <p:nvSpPr>
          <p:cNvPr id="35" name="Shape 32"/>
          <p:cNvSpPr/>
          <p:nvPr/>
        </p:nvSpPr>
        <p:spPr>
          <a:xfrm>
            <a:off x="7708106" y="417909"/>
            <a:ext cx="100013" cy="100013"/>
          </a:xfrm>
          <a:prstGeom prst="ellipse">
            <a:avLst/>
          </a:prstGeom>
          <a:solidFill>
            <a:srgbClr val="B8A589">
              <a:alpha val="20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7729538" y="439341"/>
            <a:ext cx="57150" cy="57150"/>
          </a:xfrm>
          <a:prstGeom prst="ellipse">
            <a:avLst/>
          </a:prstGeom>
          <a:solidFill>
            <a:srgbClr val="B8A589"/>
          </a:solidFill>
          <a:ln/>
        </p:spPr>
      </p:sp>
      <p:sp>
        <p:nvSpPr>
          <p:cNvPr id="37" name="Text 34"/>
          <p:cNvSpPr/>
          <p:nvPr/>
        </p:nvSpPr>
        <p:spPr>
          <a:xfrm>
            <a:off x="7872413" y="407194"/>
            <a:ext cx="6858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700" spc="169" kern="0" dirty="0">
                <a:solidFill>
                  <a:srgbClr val="6B6E75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架构管理团队</a:t>
            </a:r>
            <a:endParaRPr lang="en-US" sz="700" dirty="0"/>
          </a:p>
        </p:txBody>
      </p:sp>
      <p:sp>
        <p:nvSpPr>
          <p:cNvPr id="38" name="CSS inset shadow surface 49"/>
          <p:cNvSpPr/>
          <p:nvPr/>
        </p:nvSpPr>
        <p:spPr>
          <a:xfrm>
            <a:off x="428569" y="4600575"/>
            <a:ext cx="942975" cy="214313"/>
          </a:xfrm>
          <a:prstGeom prst="roundRect">
            <a:avLst>
              <a:gd name="adj" fmla="val 46667"/>
            </a:avLst>
          </a:prstGeom>
          <a:solidFill>
            <a:srgbClr val="E8E6E1"/>
          </a:solidFill>
          <a:ln/>
          <a:effectDag type="tree">
            <a:innerShdw blurRad="42863" dist="30308" dir="13500000">
              <a:srgbClr val="FFFDF7">
                <a:alpha val="78000"/>
              </a:srgbClr>
            </a:innerShdw>
          </a:effectDag>
        </p:spPr>
      </p:sp>
      <p:sp>
        <p:nvSpPr>
          <p:cNvPr id="39" name="Text 36"/>
          <p:cNvSpPr/>
          <p:nvPr/>
        </p:nvSpPr>
        <p:spPr>
          <a:xfrm>
            <a:off x="428569" y="4600575"/>
            <a:ext cx="942975" cy="214313"/>
          </a:xfrm>
          <a:prstGeom prst="roundRect">
            <a:avLst>
              <a:gd name="adj" fmla="val 46667"/>
            </a:avLst>
          </a:prstGeom>
          <a:ln/>
        </p:spPr>
        <p:txBody>
          <a:bodyPr wrap="none" lIns="114300" tIns="50006" rIns="114300" bIns="50006" rtlCol="0" anchor="ctr"/>
          <a:lstStyle/>
          <a:p>
            <a:pPr algn="l" indent="0" marL="0">
              <a:buNone/>
            </a:pPr>
            <a:r>
              <a:rPr lang="zh-CN" altLang="en-US" sz="600" spc="113" kern="0" dirty="0">
                <a:solidFill>
                  <a:srgbClr val="6B6E75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AI驱动效率革命</a:t>
            </a:r>
            <a:endParaRPr lang="en-US" sz="600" dirty="0"/>
          </a:p>
        </p:txBody>
      </p:sp>
      <p:sp>
        <p:nvSpPr>
          <p:cNvPr id="40" name="CSS inset shadow surface 56"/>
          <p:cNvSpPr/>
          <p:nvPr/>
        </p:nvSpPr>
        <p:spPr>
          <a:xfrm>
            <a:off x="72948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Dag type="tree">
            <a:innerShdw blurRad="28575" dist="20206" dir="13500000">
              <a:srgbClr val="FFFDF7">
                <a:alpha val="78000"/>
              </a:srgbClr>
            </a:innerShdw>
          </a:effectDag>
        </p:spPr>
      </p:sp>
      <p:sp>
        <p:nvSpPr>
          <p:cNvPr id="41" name="Shape 38"/>
          <p:cNvSpPr/>
          <p:nvPr/>
        </p:nvSpPr>
        <p:spPr>
          <a:xfrm>
            <a:off x="7294885" y="4686300"/>
            <a:ext cx="271463" cy="42863"/>
          </a:xfrm>
          <a:prstGeom prst="roundRect">
            <a:avLst>
              <a:gd name="adj" fmla="val 49999"/>
            </a:avLst>
          </a:prstGeom>
          <a:ln/>
        </p:spPr>
      </p:sp>
      <p:sp>
        <p:nvSpPr>
          <p:cNvPr id="42" name="CSS outer shadow layer 58 0"/>
          <p:cNvSpPr/>
          <p:nvPr/>
        </p:nvSpPr>
        <p:spPr>
          <a:xfrm>
            <a:off x="76377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Lst>
            <a:outerShdw sx="100000" sy="100000" kx="0" ky="0" algn="bl" rotWithShape="0" blurRad="42863" dist="30308" dir="2700000">
              <a:srgbClr val="AEA394">
                <a:alpha val="40000"/>
              </a:srgbClr>
            </a:outerShdw>
          </a:effectLst>
        </p:spPr>
      </p:sp>
      <p:sp>
        <p:nvSpPr>
          <p:cNvPr id="43" name="CSS outer shadow layer 58 1"/>
          <p:cNvSpPr/>
          <p:nvPr/>
        </p:nvSpPr>
        <p:spPr>
          <a:xfrm>
            <a:off x="76377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Lst>
            <a:outerShdw sx="100000" sy="100000" kx="0" ky="0" algn="bl" rotWithShape="0" blurRad="42863" dist="30308" dir="13500000">
              <a:srgbClr val="FFFDF7">
                <a:alpha val="78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76377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</p:spPr>
      </p:sp>
      <p:sp>
        <p:nvSpPr>
          <p:cNvPr id="45" name="Shape 42"/>
          <p:cNvSpPr/>
          <p:nvPr/>
        </p:nvSpPr>
        <p:spPr>
          <a:xfrm>
            <a:off x="7680647" y="4693444"/>
            <a:ext cx="185738" cy="28575"/>
          </a:xfrm>
          <a:prstGeom prst="roundRect">
            <a:avLst>
              <a:gd name="adj" fmla="val 50000"/>
            </a:avLst>
          </a:prstGeom>
          <a:solidFill>
            <a:srgbClr val="6B8E8A"/>
          </a:solidFill>
          <a:ln/>
        </p:spPr>
      </p:sp>
      <p:sp>
        <p:nvSpPr>
          <p:cNvPr id="46" name="CSS inset shadow surface 60"/>
          <p:cNvSpPr/>
          <p:nvPr/>
        </p:nvSpPr>
        <p:spPr>
          <a:xfrm>
            <a:off x="79806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Dag type="tree">
            <a:innerShdw blurRad="28575" dist="20206" dir="13500000">
              <a:srgbClr val="FFFDF7">
                <a:alpha val="78000"/>
              </a:srgbClr>
            </a:innerShdw>
          </a:effectDag>
        </p:spPr>
      </p:sp>
      <p:sp>
        <p:nvSpPr>
          <p:cNvPr id="47" name="Shape 44"/>
          <p:cNvSpPr/>
          <p:nvPr/>
        </p:nvSpPr>
        <p:spPr>
          <a:xfrm>
            <a:off x="7980685" y="4686300"/>
            <a:ext cx="271463" cy="42863"/>
          </a:xfrm>
          <a:prstGeom prst="roundRect">
            <a:avLst>
              <a:gd name="adj" fmla="val 49999"/>
            </a:avLst>
          </a:prstGeom>
          <a:ln/>
        </p:spPr>
      </p:sp>
      <p:sp>
        <p:nvSpPr>
          <p:cNvPr id="48" name="Text 45"/>
          <p:cNvSpPr/>
          <p:nvPr/>
        </p:nvSpPr>
        <p:spPr>
          <a:xfrm>
            <a:off x="8380177" y="4654153"/>
            <a:ext cx="364331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spc="113" kern="0" dirty="0">
                <a:solidFill>
                  <a:srgbClr val="9A9DA4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COVER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2026-09-08T01:58:24Z</dcterms:created>
  <dcterms:modified xsi:type="dcterms:W3CDTF">2026-09-08T01:58:24Z</dcterms:modified>
</cp:coreProperties>
</file>