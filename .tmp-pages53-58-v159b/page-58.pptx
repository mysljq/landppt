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100000">
                <a:srgbClr val="EEF0FA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-1343025"/>
            <a:ext cx="3971925" cy="397192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2962" y="2871787"/>
            <a:ext cx="3257550" cy="3257550"/>
          </a:xfrm>
          <a:prstGeom prst="rect">
            <a:avLst/>
          </a:prstGeom>
        </p:spPr>
      </p:pic>
      <p:sp>
        <p:nvSpPr>
          <p:cNvPr id="7" name="shape [lp:0]"/>
          <p:cNvSpPr/>
          <p:nvPr/>
        </p:nvSpPr>
        <p:spPr>
          <a:xfrm>
            <a:off x="428625" y="1178719"/>
            <a:ext cx="2714625" cy="3536156"/>
          </a:xfrm>
          <a:prstGeom prst="roundRect">
            <a:avLst>
              <a:gd name="adj" fmla="val 5263"/>
            </a:avLst>
          </a:prstGeom>
          <a:gradFill rotWithShape="1">
            <a:gsLst>
              <a:gs pos="0">
                <a:srgbClr val="7C3AED">
                  <a:alpha val="12000"/>
                </a:srgbClr>
              </a:gs>
              <a:gs pos="6250">
                <a:srgbClr val="7B3AED">
                  <a:alpha val="11625"/>
                </a:srgbClr>
              </a:gs>
              <a:gs pos="12500">
                <a:srgbClr val="793BEC">
                  <a:alpha val="11250"/>
                </a:srgbClr>
              </a:gs>
              <a:gs pos="18750">
                <a:srgbClr val="773BEC">
                  <a:alpha val="10875"/>
                </a:srgbClr>
              </a:gs>
              <a:gs pos="25000">
                <a:srgbClr val="763CEC">
                  <a:alpha val="10500"/>
                </a:srgbClr>
              </a:gs>
              <a:gs pos="31250">
                <a:srgbClr val="743CEC">
                  <a:alpha val="10125"/>
                </a:srgbClr>
              </a:gs>
              <a:gs pos="37500">
                <a:srgbClr val="723DEB">
                  <a:alpha val="9750"/>
                </a:srgbClr>
              </a:gs>
              <a:gs pos="43750">
                <a:srgbClr val="6F3DEB">
                  <a:alpha val="9375"/>
                </a:srgbClr>
              </a:gs>
              <a:gs pos="50000">
                <a:srgbClr val="6D3EEA">
                  <a:alpha val="9000"/>
                </a:srgbClr>
              </a:gs>
              <a:gs pos="56250">
                <a:srgbClr val="6A3FEA">
                  <a:alpha val="8625"/>
                </a:srgbClr>
              </a:gs>
              <a:gs pos="62500">
                <a:srgbClr val="683FE9">
                  <a:alpha val="8250"/>
                </a:srgbClr>
              </a:gs>
              <a:gs pos="68750">
                <a:srgbClr val="6440E9">
                  <a:alpha val="7875"/>
                </a:srgbClr>
              </a:gs>
              <a:gs pos="75000">
                <a:srgbClr val="6141E8">
                  <a:alpha val="7500"/>
                </a:srgbClr>
              </a:gs>
              <a:gs pos="81250">
                <a:srgbClr val="5D42E8">
                  <a:alpha val="7125"/>
                </a:srgbClr>
              </a:gs>
              <a:gs pos="87500">
                <a:srgbClr val="5943E7">
                  <a:alpha val="6750"/>
                </a:srgbClr>
              </a:gs>
              <a:gs pos="93750">
                <a:srgbClr val="5445E6">
                  <a:alpha val="6375"/>
                </a:srgbClr>
              </a:gs>
              <a:gs pos="100000">
                <a:srgbClr val="4F46E5">
                  <a:alpha val="6000"/>
                </a:srgbClr>
              </a:gs>
            </a:gsLst>
            <a:lin ang="4200000" scaled="1"/>
          </a:gradFill>
          <a:ln/>
        </p:spPr>
      </p:sp>
      <p:sp>
        <p:nvSpPr>
          <p:cNvPr id="8" name="shape [lp:1]"/>
          <p:cNvSpPr/>
          <p:nvPr/>
        </p:nvSpPr>
        <p:spPr>
          <a:xfrm>
            <a:off x="432197" y="1182291"/>
            <a:ext cx="2707481" cy="3529013"/>
          </a:xfrm>
          <a:prstGeom prst="roundRect">
            <a:avLst>
              <a:gd name="adj" fmla="val 5145"/>
            </a:avLst>
          </a:prstGeom>
          <a:ln w="7144">
            <a:solidFill>
              <a:srgbClr val="7C3AED">
                <a:alpha val="20000"/>
              </a:srgbClr>
            </a:solidFill>
            <a:prstDash val="solid"/>
          </a:ln>
        </p:spPr>
      </p:sp>
      <p:pic>
        <p:nvPicPr>
          <p:cNvPr id="9" name="image [lp:2]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94" y="2129730"/>
            <a:ext cx="400050" cy="400050"/>
          </a:xfrm>
          <a:prstGeom prst="rect">
            <a:avLst/>
          </a:prstGeom>
        </p:spPr>
      </p:pic>
      <p:sp>
        <p:nvSpPr>
          <p:cNvPr id="10" name="text [lp:3]"/>
          <p:cNvSpPr/>
          <p:nvPr/>
        </p:nvSpPr>
        <p:spPr>
          <a:xfrm>
            <a:off x="1091598" y="2236887"/>
            <a:ext cx="621506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b="1" spc="23" kern="0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后续价值</a:t>
            </a:r>
            <a:endParaRPr lang="en-US" sz="1100" dirty="0"/>
          </a:p>
        </p:txBody>
      </p:sp>
      <p:sp>
        <p:nvSpPr>
          <p:cNvPr id="11" name="Shape 5"/>
          <p:cNvSpPr/>
          <p:nvPr/>
        </p:nvSpPr>
        <p:spPr>
          <a:xfrm>
            <a:off x="3429000" y="1178719"/>
            <a:ext cx="5286375" cy="242888"/>
          </a:xfrm>
          <a:prstGeom prst="rect">
            <a:avLst/>
          </a:prstGeom>
          <a:ln/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9000" y="1193006"/>
            <a:ext cx="28575" cy="142875"/>
          </a:xfrm>
          <a:prstGeom prst="rect">
            <a:avLst/>
          </a:prstGeom>
        </p:spPr>
      </p:pic>
      <p:sp>
        <p:nvSpPr>
          <p:cNvPr id="13" name="CSS border bottom 53"/>
          <p:cNvSpPr/>
          <p:nvPr/>
        </p:nvSpPr>
        <p:spPr>
          <a:xfrm>
            <a:off x="3429000" y="1407319"/>
            <a:ext cx="5286375" cy="14288"/>
          </a:xfrm>
          <a:custGeom>
            <a:avLst/>
            <a:gdLst/>
            <a:ahLst/>
            <a:cxnLst/>
            <a:rect l="l" t="t" r="r" b="b"/>
            <a:pathLst>
              <a:path w="5286375" h="14288">
                <a:moveTo>
                  <a:pt x="5286375" y="14288"/>
                </a:moveTo>
                <a:lnTo>
                  <a:pt x="0" y="14288"/>
                </a:lnTo>
                <a:lnTo>
                  <a:pt x="0" y="0"/>
                </a:lnTo>
                <a:lnTo>
                  <a:pt x="5286375" y="0"/>
                </a:lnTo>
                <a:close/>
              </a:path>
            </a:pathLst>
          </a:custGeom>
          <a:solidFill>
            <a:srgbClr val="7C3AED">
              <a:alpha val="15000"/>
            </a:srgbClr>
          </a:solidFill>
          <a:ln/>
        </p:spPr>
      </p:sp>
      <p:sp>
        <p:nvSpPr>
          <p:cNvPr id="14" name="Text 7"/>
          <p:cNvSpPr/>
          <p:nvPr/>
        </p:nvSpPr>
        <p:spPr>
          <a:xfrm>
            <a:off x="3429000" y="1178719"/>
            <a:ext cx="5286375" cy="242888"/>
          </a:xfrm>
          <a:prstGeom prst="rect">
            <a:avLst/>
          </a:prstGeom>
          <a:ln/>
        </p:spPr>
        <p:txBody>
          <a:bodyPr wrap="square" lIns="100013" tIns="0" rIns="0" bIns="57150" rtlCol="0" anchor="ctr"/>
          <a:lstStyle/>
          <a:p>
            <a:pPr algn="l" indent="0" marL="0">
              <a:buNone/>
            </a:pPr>
            <a:r>
              <a:rPr lang="zh-CN" altLang="en-US" sz="10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功能说明</a:t>
            </a:r>
            <a:endParaRPr lang="en-US" sz="1000" dirty="0"/>
          </a:p>
        </p:txBody>
      </p:sp>
      <p:grpSp>
        <p:nvGrpSpPr>
          <p:cNvPr id="69" name="Card: ✏️ 在线修改 支持在线修改PPT内容"/>
          <p:cNvGrpSpPr/>
          <p:nvPr/>
        </p:nvGrpSpPr>
        <p:grpSpPr>
          <a:xfrm>
            <a:off x="3432572" y="1566267"/>
            <a:ext cx="1678781" cy="1314450"/>
            <a:chOff x="3432572" y="1566267"/>
            <a:chExt cx="1678781" cy="1314450"/>
          </a:xfrm>
        </p:grpSpPr>
        <p:sp>
          <p:nvSpPr>
            <p:cNvPr id="15" name="shape [lp:4]"/>
            <p:cNvSpPr/>
            <p:nvPr/>
          </p:nvSpPr>
          <p:spPr>
            <a:xfrm>
              <a:off x="3432572" y="1566267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16" name="image [lp:5]" descr="preencoded.png">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50444" y="1685925"/>
              <a:ext cx="371475" cy="371475"/>
            </a:xfrm>
            <a:prstGeom prst="rect">
              <a:avLst/>
            </a:prstGeom>
          </p:spPr>
        </p:pic>
        <p:sp>
          <p:nvSpPr>
            <p:cNvPr id="17" name="text [lp:6]"/>
            <p:cNvSpPr/>
            <p:nvPr/>
          </p:nvSpPr>
          <p:spPr>
            <a:xfrm>
              <a:off x="3579019" y="2114550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在线修改</a:t>
              </a:r>
              <a:endParaRPr lang="en-US" sz="800" dirty="0"/>
            </a:p>
          </p:txBody>
        </p:sp>
        <p:sp>
          <p:nvSpPr>
            <p:cNvPr id="18" name="text [lp:7]"/>
            <p:cNvSpPr/>
            <p:nvPr/>
          </p:nvSpPr>
          <p:spPr>
            <a:xfrm>
              <a:off x="3579019" y="2300288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支持在线修改PPT内容</a:t>
              </a:r>
              <a:endParaRPr lang="en-US" sz="600" dirty="0"/>
            </a:p>
          </p:txBody>
        </p:sp>
      </p:grpSp>
      <p:grpSp>
        <p:nvGrpSpPr>
          <p:cNvPr id="70" name="Card: 🎨 更换模板 支持更换模板，继续逐页预览"/>
          <p:cNvGrpSpPr/>
          <p:nvPr/>
        </p:nvGrpSpPr>
        <p:grpSpPr>
          <a:xfrm>
            <a:off x="5232797" y="1566267"/>
            <a:ext cx="1678781" cy="1314450"/>
            <a:chOff x="5232797" y="1566267"/>
            <a:chExt cx="1678781" cy="1314450"/>
          </a:xfrm>
        </p:grpSpPr>
        <p:sp>
          <p:nvSpPr>
            <p:cNvPr id="19" name="shape [lp:8]"/>
            <p:cNvSpPr/>
            <p:nvPr/>
          </p:nvSpPr>
          <p:spPr>
            <a:xfrm>
              <a:off x="5232797" y="1566267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20" name="image [lp:9]" descr="preencoded.png">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50669" y="1685925"/>
              <a:ext cx="371475" cy="371475"/>
            </a:xfrm>
            <a:prstGeom prst="rect">
              <a:avLst/>
            </a:prstGeom>
          </p:spPr>
        </p:pic>
        <p:sp>
          <p:nvSpPr>
            <p:cNvPr id="21" name="text [lp:10]"/>
            <p:cNvSpPr/>
            <p:nvPr/>
          </p:nvSpPr>
          <p:spPr>
            <a:xfrm>
              <a:off x="5379244" y="2114550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更换模板</a:t>
              </a:r>
              <a:endParaRPr lang="en-US" sz="800" dirty="0"/>
            </a:p>
          </p:txBody>
        </p:sp>
        <p:sp>
          <p:nvSpPr>
            <p:cNvPr id="22" name="text [lp:11]"/>
            <p:cNvSpPr/>
            <p:nvPr/>
          </p:nvSpPr>
          <p:spPr>
            <a:xfrm>
              <a:off x="5379244" y="2300288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支持更换模板，继续逐页预览</a:t>
              </a:r>
              <a:endParaRPr lang="en-US" sz="600" dirty="0"/>
            </a:p>
          </p:txBody>
        </p:sp>
      </p:grpSp>
      <p:grpSp>
        <p:nvGrpSpPr>
          <p:cNvPr id="71" name="Card: 📄 导出PPTX 导出为PPT可编辑格式"/>
          <p:cNvGrpSpPr/>
          <p:nvPr/>
        </p:nvGrpSpPr>
        <p:grpSpPr>
          <a:xfrm>
            <a:off x="7033022" y="1566267"/>
            <a:ext cx="1678781" cy="1314450"/>
            <a:chOff x="7033022" y="1566267"/>
            <a:chExt cx="1678781" cy="1314450"/>
          </a:xfrm>
        </p:grpSpPr>
        <p:sp>
          <p:nvSpPr>
            <p:cNvPr id="23" name="shape [lp:12]"/>
            <p:cNvSpPr/>
            <p:nvPr/>
          </p:nvSpPr>
          <p:spPr>
            <a:xfrm>
              <a:off x="7033022" y="1566267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24" name="image [lp:13]" descr="preencoded.png">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50894" y="1685925"/>
              <a:ext cx="371475" cy="371475"/>
            </a:xfrm>
            <a:prstGeom prst="rect">
              <a:avLst/>
            </a:prstGeom>
          </p:spPr>
        </p:pic>
        <p:sp>
          <p:nvSpPr>
            <p:cNvPr id="25" name="text [lp:14]"/>
            <p:cNvSpPr/>
            <p:nvPr/>
          </p:nvSpPr>
          <p:spPr>
            <a:xfrm>
              <a:off x="7179469" y="2114550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导出PPTX</a:t>
              </a:r>
              <a:endParaRPr lang="en-US" sz="800" dirty="0"/>
            </a:p>
          </p:txBody>
        </p:sp>
        <p:sp>
          <p:nvSpPr>
            <p:cNvPr id="26" name="text [lp:15]"/>
            <p:cNvSpPr/>
            <p:nvPr/>
          </p:nvSpPr>
          <p:spPr>
            <a:xfrm>
              <a:off x="7179469" y="2300288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导出为PPT可编辑格式</a:t>
              </a:r>
              <a:endParaRPr lang="en-US" sz="600" dirty="0"/>
            </a:p>
          </p:txBody>
        </p:sp>
      </p:grpSp>
      <p:grpSp>
        <p:nvGrpSpPr>
          <p:cNvPr id="72" name="Card: 📕 导出PDF 导出为PDF格式文档"/>
          <p:cNvGrpSpPr/>
          <p:nvPr/>
        </p:nvGrpSpPr>
        <p:grpSpPr>
          <a:xfrm>
            <a:off x="3432572" y="2998589"/>
            <a:ext cx="1678781" cy="1314450"/>
            <a:chOff x="3432572" y="2998589"/>
            <a:chExt cx="1678781" cy="1314450"/>
          </a:xfrm>
        </p:grpSpPr>
        <p:sp>
          <p:nvSpPr>
            <p:cNvPr id="27" name="shape [lp:16]"/>
            <p:cNvSpPr/>
            <p:nvPr/>
          </p:nvSpPr>
          <p:spPr>
            <a:xfrm>
              <a:off x="3432572" y="2998589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28" name="image [lp:17]" descr="preencoded.png">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50444" y="3118247"/>
              <a:ext cx="371475" cy="371475"/>
            </a:xfrm>
            <a:prstGeom prst="rect">
              <a:avLst/>
            </a:prstGeom>
          </p:spPr>
        </p:pic>
        <p:sp>
          <p:nvSpPr>
            <p:cNvPr id="29" name="text [lp:18]"/>
            <p:cNvSpPr/>
            <p:nvPr/>
          </p:nvSpPr>
          <p:spPr>
            <a:xfrm>
              <a:off x="3579019" y="3546872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导出PDF</a:t>
              </a:r>
              <a:endParaRPr lang="en-US" sz="800" dirty="0"/>
            </a:p>
          </p:txBody>
        </p:sp>
        <p:sp>
          <p:nvSpPr>
            <p:cNvPr id="30" name="text [lp:19]"/>
            <p:cNvSpPr/>
            <p:nvPr/>
          </p:nvSpPr>
          <p:spPr>
            <a:xfrm>
              <a:off x="3579019" y="3732609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导出为PDF格式文档</a:t>
              </a:r>
              <a:endParaRPr lang="en-US" sz="600" dirty="0"/>
            </a:p>
          </p:txBody>
        </p:sp>
      </p:grpSp>
      <p:grpSp>
        <p:nvGrpSpPr>
          <p:cNvPr id="73" name="Card: 🌐 导出HTML 导出为HTML网页"/>
          <p:cNvGrpSpPr/>
          <p:nvPr/>
        </p:nvGrpSpPr>
        <p:grpSpPr>
          <a:xfrm>
            <a:off x="5232797" y="2998589"/>
            <a:ext cx="1678781" cy="1314450"/>
            <a:chOff x="5232797" y="2998589"/>
            <a:chExt cx="1678781" cy="1314450"/>
          </a:xfrm>
        </p:grpSpPr>
        <p:sp>
          <p:nvSpPr>
            <p:cNvPr id="31" name="shape [lp:20]"/>
            <p:cNvSpPr/>
            <p:nvPr/>
          </p:nvSpPr>
          <p:spPr>
            <a:xfrm>
              <a:off x="5232797" y="2998589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32" name="image [lp:21]" descr="preencoded.png">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50669" y="3118247"/>
              <a:ext cx="371475" cy="371475"/>
            </a:xfrm>
            <a:prstGeom prst="rect">
              <a:avLst/>
            </a:prstGeom>
          </p:spPr>
        </p:pic>
        <p:sp>
          <p:nvSpPr>
            <p:cNvPr id="33" name="text [lp:22]"/>
            <p:cNvSpPr/>
            <p:nvPr/>
          </p:nvSpPr>
          <p:spPr>
            <a:xfrm>
              <a:off x="5379244" y="3546872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导出HTML</a:t>
              </a:r>
              <a:endParaRPr lang="en-US" sz="800" dirty="0"/>
            </a:p>
          </p:txBody>
        </p:sp>
        <p:sp>
          <p:nvSpPr>
            <p:cNvPr id="34" name="text [lp:23]"/>
            <p:cNvSpPr/>
            <p:nvPr/>
          </p:nvSpPr>
          <p:spPr>
            <a:xfrm>
              <a:off x="5379244" y="3732609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导出为HTML网页</a:t>
              </a:r>
              <a:endParaRPr lang="en-US" sz="600" dirty="0"/>
            </a:p>
          </p:txBody>
        </p:sp>
      </p:grpSp>
      <p:grpSp>
        <p:nvGrpSpPr>
          <p:cNvPr id="74" name="Card: 📝 导出大纲 导出Markdown大纲继续创作"/>
          <p:cNvGrpSpPr/>
          <p:nvPr/>
        </p:nvGrpSpPr>
        <p:grpSpPr>
          <a:xfrm>
            <a:off x="7033022" y="2998589"/>
            <a:ext cx="1678781" cy="1314450"/>
            <a:chOff x="7033022" y="2998589"/>
            <a:chExt cx="1678781" cy="1314450"/>
          </a:xfrm>
        </p:grpSpPr>
        <p:sp>
          <p:nvSpPr>
            <p:cNvPr id="35" name="shape [lp:24]"/>
            <p:cNvSpPr/>
            <p:nvPr/>
          </p:nvSpPr>
          <p:spPr>
            <a:xfrm>
              <a:off x="7033022" y="2998589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36" name="image [lp:25]" descr="preencoded.png">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150894" y="3118247"/>
              <a:ext cx="371475" cy="371475"/>
            </a:xfrm>
            <a:prstGeom prst="rect">
              <a:avLst/>
            </a:prstGeom>
          </p:spPr>
        </p:pic>
        <p:sp>
          <p:nvSpPr>
            <p:cNvPr id="37" name="text [lp:26]"/>
            <p:cNvSpPr/>
            <p:nvPr/>
          </p:nvSpPr>
          <p:spPr>
            <a:xfrm>
              <a:off x="7179469" y="3546872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导出大纲</a:t>
              </a:r>
              <a:endParaRPr lang="en-US" sz="800" dirty="0"/>
            </a:p>
          </p:txBody>
        </p:sp>
        <p:sp>
          <p:nvSpPr>
            <p:cNvPr id="38" name="text [lp:27]"/>
            <p:cNvSpPr/>
            <p:nvPr/>
          </p:nvSpPr>
          <p:spPr>
            <a:xfrm>
              <a:off x="7179469" y="3732609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导出Markdown大纲继续创作</a:t>
              </a:r>
              <a:endParaRPr lang="en-US" sz="600" dirty="0"/>
            </a:p>
          </p:txBody>
        </p:sp>
      </p:grpSp>
      <p:sp>
        <p:nvSpPr>
          <p:cNvPr id="39" name="Shape 26"/>
          <p:cNvSpPr/>
          <p:nvPr/>
        </p:nvSpPr>
        <p:spPr>
          <a:xfrm>
            <a:off x="3429000" y="4457700"/>
            <a:ext cx="5286375" cy="257175"/>
          </a:xfrm>
          <a:prstGeom prst="rect">
            <a:avLst/>
          </a:prstGeom>
          <a:ln/>
        </p:spPr>
      </p:sp>
      <p:sp>
        <p:nvSpPr>
          <p:cNvPr id="40" name="CSS dashed border top 130 0"/>
          <p:cNvSpPr/>
          <p:nvPr/>
        </p:nvSpPr>
        <p:spPr>
          <a:xfrm>
            <a:off x="3429000" y="4461272"/>
            <a:ext cx="5286375" cy="0"/>
          </a:xfrm>
          <a:prstGeom prst="line">
            <a:avLst/>
          </a:prstGeom>
          <a:noFill/>
          <a:ln w="7144">
            <a:solidFill>
              <a:srgbClr val="7C3AED">
                <a:alpha val="20000"/>
              </a:srgbClr>
            </a:solidFill>
            <a:prstDash val="dash"/>
          </a:ln>
        </p:spPr>
      </p:sp>
      <p:sp>
        <p:nvSpPr>
          <p:cNvPr id="41" name="Text 28"/>
          <p:cNvSpPr/>
          <p:nvPr/>
        </p:nvSpPr>
        <p:spPr>
          <a:xfrm>
            <a:off x="3429000" y="4457700"/>
            <a:ext cx="5286375" cy="257175"/>
          </a:xfrm>
          <a:prstGeom prst="rect">
            <a:avLst/>
          </a:prstGeom>
          <a:ln/>
        </p:spPr>
        <p:txBody>
          <a:bodyPr wrap="square" lIns="0" tIns="114300" rIns="0" bIns="0" rtlCol="0" anchor="t"/>
          <a:lstStyle/>
          <a:p>
            <a:pPr algn="ctr" indent="0" marL="0">
              <a:buNone/>
            </a:pPr>
            <a:r>
              <a:rPr lang="zh-CN" altLang="en-US" sz="700" i="1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一份内容，多元价值 —</a:t>
            </a:r>
            <a:pPr algn="ctr" indent="0" marL="0">
              <a:buNone/>
            </a:pPr>
            <a:r>
              <a:rPr lang="zh-CN" altLang="en-US" sz="700" b="1" i="1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 让PPT不只是PPT</a:t>
            </a:r>
            <a:endParaRPr lang="en-US" sz="700" dirty="0"/>
          </a:p>
        </p:txBody>
      </p:sp>
      <p:pic>
        <p:nvPicPr>
          <p:cNvPr id="42" name="Inline visual gradient 46 0 0 [lp:28]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39913" y="2679799"/>
            <a:ext cx="357188" cy="185738"/>
          </a:xfrm>
          <a:prstGeom prst="rect">
            <a:avLst/>
          </a:prstGeom>
        </p:spPr>
      </p:pic>
      <p:pic>
        <p:nvPicPr>
          <p:cNvPr id="43" name="Inline visual gradient 46 1 0 [lp:29]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4369" y="2892326"/>
            <a:ext cx="357188" cy="185738"/>
          </a:xfrm>
          <a:prstGeom prst="rect">
            <a:avLst/>
          </a:prstGeom>
        </p:spPr>
      </p:pic>
      <p:pic>
        <p:nvPicPr>
          <p:cNvPr id="44" name="Inline visual gradient 46 2 0 [lp:30]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85888" y="2892326"/>
            <a:ext cx="478631" cy="185738"/>
          </a:xfrm>
          <a:prstGeom prst="rect">
            <a:avLst/>
          </a:prstGeom>
        </p:spPr>
      </p:pic>
      <p:sp>
        <p:nvSpPr>
          <p:cNvPr id="45" name="Inline editable text 46.4 1 [lp:31]"/>
          <p:cNvSpPr/>
          <p:nvPr/>
        </p:nvSpPr>
        <p:spPr>
          <a:xfrm>
            <a:off x="664369" y="2694087"/>
            <a:ext cx="168626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生成PPT不是终点，内容还可以</a:t>
            </a:r>
            <a:endParaRPr lang="en-US" sz="900" dirty="0"/>
          </a:p>
        </p:txBody>
      </p:sp>
      <p:sp>
        <p:nvSpPr>
          <p:cNvPr id="46" name="Inline editable text 46.4 2 [lp:32]"/>
          <p:cNvSpPr/>
          <p:nvPr/>
        </p:nvSpPr>
        <p:spPr>
          <a:xfrm>
            <a:off x="2397063" y="2694087"/>
            <a:ext cx="253603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b="1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修改</a:t>
            </a:r>
            <a:endParaRPr lang="en-US" sz="900" dirty="0"/>
          </a:p>
        </p:txBody>
      </p:sp>
      <p:sp>
        <p:nvSpPr>
          <p:cNvPr id="47" name="Inline editable text 46.4 3 [lp:33]"/>
          <p:cNvSpPr/>
          <p:nvPr/>
        </p:nvSpPr>
        <p:spPr>
          <a:xfrm>
            <a:off x="2697100" y="2694087"/>
            <a:ext cx="13215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、</a:t>
            </a:r>
            <a:endParaRPr lang="en-US" sz="900" dirty="0"/>
          </a:p>
        </p:txBody>
      </p:sp>
      <p:sp>
        <p:nvSpPr>
          <p:cNvPr id="48" name="Inline editable text 46.4 4 [lp:34]"/>
          <p:cNvSpPr/>
          <p:nvPr/>
        </p:nvSpPr>
        <p:spPr>
          <a:xfrm>
            <a:off x="721519" y="2906613"/>
            <a:ext cx="253603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b="1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导出</a:t>
            </a:r>
            <a:endParaRPr lang="en-US" sz="900" dirty="0"/>
          </a:p>
        </p:txBody>
      </p:sp>
      <p:sp>
        <p:nvSpPr>
          <p:cNvPr id="49" name="Inline editable text 46.4 5 [lp:35]"/>
          <p:cNvSpPr/>
          <p:nvPr/>
        </p:nvSpPr>
        <p:spPr>
          <a:xfrm>
            <a:off x="1021556" y="2906613"/>
            <a:ext cx="3750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或生成</a:t>
            </a:r>
            <a:endParaRPr lang="en-US" sz="900" dirty="0"/>
          </a:p>
        </p:txBody>
      </p:sp>
      <p:sp>
        <p:nvSpPr>
          <p:cNvPr id="50" name="Inline editable text 46.4 6 [lp:36]"/>
          <p:cNvSpPr/>
          <p:nvPr/>
        </p:nvSpPr>
        <p:spPr>
          <a:xfrm>
            <a:off x="1443038" y="2906613"/>
            <a:ext cx="375047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b="1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演讲稿</a:t>
            </a:r>
            <a:endParaRPr lang="en-US" sz="900" dirty="0"/>
          </a:p>
        </p:txBody>
      </p:sp>
      <p:sp>
        <p:nvSpPr>
          <p:cNvPr id="51" name="Inline editable text 46.4 7 [lp:37]"/>
          <p:cNvSpPr/>
          <p:nvPr/>
        </p:nvSpPr>
        <p:spPr>
          <a:xfrm>
            <a:off x="1864519" y="2906613"/>
            <a:ext cx="13215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900" dirty="0"/>
          </a:p>
        </p:txBody>
      </p:sp>
      <p:sp>
        <p:nvSpPr>
          <p:cNvPr id="52" name="Inline editable text 46.4 8 [lp:38]"/>
          <p:cNvSpPr/>
          <p:nvPr/>
        </p:nvSpPr>
        <p:spPr>
          <a:xfrm>
            <a:off x="664369" y="3331666"/>
            <a:ext cx="207525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一份内容，能留下来的不应该只有一份</a:t>
            </a:r>
            <a:endParaRPr lang="en-US" sz="900" dirty="0"/>
          </a:p>
        </p:txBody>
      </p:sp>
      <p:sp>
        <p:nvSpPr>
          <p:cNvPr id="53" name="Inline editable text 46.4 9 [lp:39]"/>
          <p:cNvSpPr/>
          <p:nvPr/>
        </p:nvSpPr>
        <p:spPr>
          <a:xfrm>
            <a:off x="664369" y="3544193"/>
            <a:ext cx="35037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PPT。</a:t>
            </a:r>
            <a:endParaRPr lang="en-US" sz="900" dirty="0"/>
          </a:p>
        </p:txBody>
      </p:sp>
      <p:sp>
        <p:nvSpPr>
          <p:cNvPr id="54" name="Shape 38"/>
          <p:cNvSpPr/>
          <p:nvPr/>
        </p:nvSpPr>
        <p:spPr>
          <a:xfrm>
            <a:off x="428625" y="857250"/>
            <a:ext cx="8286750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25000"/>
                </a:srgbClr>
              </a:gs>
              <a:gs pos="50000">
                <a:srgbClr val="7C3AED">
                  <a:alpha val="8000"/>
                </a:srgbClr>
              </a:gs>
              <a:gs pos="53125">
                <a:srgbClr val="7C3AED">
                  <a:alpha val="7500"/>
                </a:srgbClr>
              </a:gs>
              <a:gs pos="56250">
                <a:srgbClr val="7C3AED">
                  <a:alpha val="7000"/>
                </a:srgbClr>
              </a:gs>
              <a:gs pos="59375">
                <a:srgbClr val="7C3AED">
                  <a:alpha val="6500"/>
                </a:srgbClr>
              </a:gs>
              <a:gs pos="62500">
                <a:srgbClr val="7C3AED">
                  <a:alpha val="6000"/>
                </a:srgbClr>
              </a:gs>
              <a:gs pos="65625">
                <a:srgbClr val="7C3AED">
                  <a:alpha val="5500"/>
                </a:srgbClr>
              </a:gs>
              <a:gs pos="68750">
                <a:srgbClr val="7C3AED">
                  <a:alpha val="5000"/>
                </a:srgbClr>
              </a:gs>
              <a:gs pos="71875">
                <a:srgbClr val="7C3AED">
                  <a:alpha val="4500"/>
                </a:srgbClr>
              </a:gs>
              <a:gs pos="75000">
                <a:srgbClr val="7C3AED">
                  <a:alpha val="4000"/>
                </a:srgbClr>
              </a:gs>
              <a:gs pos="78125">
                <a:srgbClr val="7C3AED">
                  <a:alpha val="3500"/>
                </a:srgbClr>
              </a:gs>
              <a:gs pos="81250">
                <a:srgbClr val="7C3AED">
                  <a:alpha val="3000"/>
                </a:srgbClr>
              </a:gs>
              <a:gs pos="84375">
                <a:srgbClr val="7C3AED">
                  <a:alpha val="2500"/>
                </a:srgbClr>
              </a:gs>
              <a:gs pos="87500">
                <a:srgbClr val="7C3AED">
                  <a:alpha val="2000"/>
                </a:srgbClr>
              </a:gs>
              <a:gs pos="90625">
                <a:srgbClr val="7C3AED">
                  <a:alpha val="1500"/>
                </a:srgbClr>
              </a:gs>
              <a:gs pos="93750">
                <a:srgbClr val="7C3AED">
                  <a:alpha val="1000"/>
                </a:srgbClr>
              </a:gs>
              <a:gs pos="96875">
                <a:srgbClr val="7C3AED">
                  <a:alpha val="500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5" name="Shape 39"/>
          <p:cNvSpPr/>
          <p:nvPr/>
        </p:nvSpPr>
        <p:spPr>
          <a:xfrm>
            <a:off x="428625" y="4793456"/>
            <a:ext cx="8286750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938"/>
                </a:srgbClr>
              </a:gs>
              <a:gs pos="6250">
                <a:srgbClr val="7C3AED">
                  <a:alpha val="1875"/>
                </a:srgbClr>
              </a:gs>
              <a:gs pos="9375">
                <a:srgbClr val="7C3AED">
                  <a:alpha val="2813"/>
                </a:srgbClr>
              </a:gs>
              <a:gs pos="12500">
                <a:srgbClr val="7C3AED">
                  <a:alpha val="3750"/>
                </a:srgbClr>
              </a:gs>
              <a:gs pos="15625">
                <a:srgbClr val="7C3AED">
                  <a:alpha val="4688"/>
                </a:srgbClr>
              </a:gs>
              <a:gs pos="18750">
                <a:srgbClr val="7C3AED">
                  <a:alpha val="5625"/>
                </a:srgbClr>
              </a:gs>
              <a:gs pos="21875">
                <a:srgbClr val="7C3AED">
                  <a:alpha val="6563"/>
                </a:srgbClr>
              </a:gs>
              <a:gs pos="25000">
                <a:srgbClr val="7C3AED">
                  <a:alpha val="7500"/>
                </a:srgbClr>
              </a:gs>
              <a:gs pos="28125">
                <a:srgbClr val="7C3AED">
                  <a:alpha val="8438"/>
                </a:srgbClr>
              </a:gs>
              <a:gs pos="31250">
                <a:srgbClr val="7C3AED">
                  <a:alpha val="9375"/>
                </a:srgbClr>
              </a:gs>
              <a:gs pos="34375">
                <a:srgbClr val="7C3AED">
                  <a:alpha val="10313"/>
                </a:srgbClr>
              </a:gs>
              <a:gs pos="37500">
                <a:srgbClr val="7C3AED">
                  <a:alpha val="11250"/>
                </a:srgbClr>
              </a:gs>
              <a:gs pos="40625">
                <a:srgbClr val="7C3AED">
                  <a:alpha val="12188"/>
                </a:srgbClr>
              </a:gs>
              <a:gs pos="43750">
                <a:srgbClr val="7C3AED">
                  <a:alpha val="13125"/>
                </a:srgbClr>
              </a:gs>
              <a:gs pos="46875">
                <a:srgbClr val="7C3AED">
                  <a:alpha val="14063"/>
                </a:srgbClr>
              </a:gs>
              <a:gs pos="50000">
                <a:srgbClr val="7C3AED">
                  <a:alpha val="15000"/>
                </a:srgbClr>
              </a:gs>
              <a:gs pos="53125">
                <a:srgbClr val="7C3AED">
                  <a:alpha val="14063"/>
                </a:srgbClr>
              </a:gs>
              <a:gs pos="56250">
                <a:srgbClr val="7C3AED">
                  <a:alpha val="13125"/>
                </a:srgbClr>
              </a:gs>
              <a:gs pos="59375">
                <a:srgbClr val="7C3AED">
                  <a:alpha val="12188"/>
                </a:srgbClr>
              </a:gs>
              <a:gs pos="62500">
                <a:srgbClr val="7C3AED">
                  <a:alpha val="11250"/>
                </a:srgbClr>
              </a:gs>
              <a:gs pos="65625">
                <a:srgbClr val="7C3AED">
                  <a:alpha val="10313"/>
                </a:srgbClr>
              </a:gs>
              <a:gs pos="68750">
                <a:srgbClr val="7C3AED">
                  <a:alpha val="9375"/>
                </a:srgbClr>
              </a:gs>
              <a:gs pos="71875">
                <a:srgbClr val="7C3AED">
                  <a:alpha val="8438"/>
                </a:srgbClr>
              </a:gs>
              <a:gs pos="75000">
                <a:srgbClr val="7C3AED">
                  <a:alpha val="7500"/>
                </a:srgbClr>
              </a:gs>
              <a:gs pos="78125">
                <a:srgbClr val="7C3AED">
                  <a:alpha val="6563"/>
                </a:srgbClr>
              </a:gs>
              <a:gs pos="81250">
                <a:srgbClr val="7C3AED">
                  <a:alpha val="5625"/>
                </a:srgbClr>
              </a:gs>
              <a:gs pos="84375">
                <a:srgbClr val="7C3AED">
                  <a:alpha val="4688"/>
                </a:srgbClr>
              </a:gs>
              <a:gs pos="87500">
                <a:srgbClr val="7C3AED">
                  <a:alpha val="3750"/>
                </a:srgbClr>
              </a:gs>
              <a:gs pos="90625">
                <a:srgbClr val="7C3AED">
                  <a:alpha val="2813"/>
                </a:srgbClr>
              </a:gs>
              <a:gs pos="93750">
                <a:srgbClr val="7C3AED">
                  <a:alpha val="1875"/>
                </a:srgbClr>
              </a:gs>
              <a:gs pos="96875">
                <a:srgbClr val="7C3AED">
                  <a:alpha val="938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6" name="Shape 40"/>
          <p:cNvSpPr/>
          <p:nvPr/>
        </p:nvSpPr>
        <p:spPr>
          <a:xfrm>
            <a:off x="428625" y="325041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57" name="Text 41"/>
          <p:cNvSpPr/>
          <p:nvPr/>
        </p:nvSpPr>
        <p:spPr>
          <a:xfrm>
            <a:off x="598959" y="257175"/>
            <a:ext cx="975122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spc="-12" kern="0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修改导出复用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5673477" y="260747"/>
            <a:ext cx="564356" cy="185738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7144">
            <a:solidFill>
              <a:srgbClr val="7C3AED">
                <a:alpha val="18000"/>
              </a:srgbClr>
            </a:solidFill>
            <a:prstDash val="solid"/>
          </a:ln>
        </p:spPr>
      </p:sp>
      <p:sp>
        <p:nvSpPr>
          <p:cNvPr id="59" name="Shape 43"/>
          <p:cNvSpPr/>
          <p:nvPr/>
        </p:nvSpPr>
        <p:spPr>
          <a:xfrm>
            <a:off x="5763332" y="335756"/>
            <a:ext cx="35719" cy="35719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0" name="Text 44"/>
          <p:cNvSpPr/>
          <p:nvPr/>
        </p:nvSpPr>
        <p:spPr>
          <a:xfrm>
            <a:off x="5856201" y="300038"/>
            <a:ext cx="29177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600" b="1" spc="62" kern="0" dirty="0">
                <a:solidFill>
                  <a:srgbClr val="6D28D9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第 5 章</a:t>
            </a:r>
            <a:endParaRPr lang="en-US" sz="600" dirty="0"/>
          </a:p>
        </p:txBody>
      </p:sp>
      <p:sp>
        <p:nvSpPr>
          <p:cNvPr id="61" name="Text 45"/>
          <p:cNvSpPr/>
          <p:nvPr/>
        </p:nvSpPr>
        <p:spPr>
          <a:xfrm>
            <a:off x="6342255" y="296466"/>
            <a:ext cx="24003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 / ClawPartner PPT智能生成助手</a:t>
            </a:r>
            <a:endParaRPr lang="en-US" sz="600" dirty="0"/>
          </a:p>
        </p:txBody>
      </p:sp>
      <p:sp>
        <p:nvSpPr>
          <p:cNvPr id="62" name="Shape 46"/>
          <p:cNvSpPr/>
          <p:nvPr/>
        </p:nvSpPr>
        <p:spPr>
          <a:xfrm>
            <a:off x="428625" y="4954191"/>
            <a:ext cx="35719" cy="35719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</p:spPr>
      </p:sp>
      <p:sp>
        <p:nvSpPr>
          <p:cNvPr id="63" name="Text 47"/>
          <p:cNvSpPr/>
          <p:nvPr/>
        </p:nvSpPr>
        <p:spPr>
          <a:xfrm>
            <a:off x="536786" y="4918472"/>
            <a:ext cx="92154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37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64" name="Text 48"/>
          <p:cNvSpPr/>
          <p:nvPr/>
        </p:nvSpPr>
        <p:spPr>
          <a:xfrm>
            <a:off x="1503313" y="4918472"/>
            <a:ext cx="500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600" dirty="0"/>
          </a:p>
        </p:txBody>
      </p:sp>
      <p:sp>
        <p:nvSpPr>
          <p:cNvPr id="65" name="Text 49"/>
          <p:cNvSpPr/>
          <p:nvPr/>
        </p:nvSpPr>
        <p:spPr>
          <a:xfrm>
            <a:off x="1595903" y="4918472"/>
            <a:ext cx="53578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ClawPartner</a:t>
            </a:r>
            <a:endParaRPr lang="en-US" sz="600" dirty="0"/>
          </a:p>
        </p:txBody>
      </p:sp>
      <p:sp>
        <p:nvSpPr>
          <p:cNvPr id="66" name="Text 50"/>
          <p:cNvSpPr/>
          <p:nvPr/>
        </p:nvSpPr>
        <p:spPr>
          <a:xfrm>
            <a:off x="8355285" y="4904184"/>
            <a:ext cx="164306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7" kern="0" dirty="0">
                <a:solidFill>
                  <a:srgbClr val="4F46E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700" dirty="0"/>
          </a:p>
        </p:txBody>
      </p:sp>
      <p:sp>
        <p:nvSpPr>
          <p:cNvPr id="67" name="Text 51"/>
          <p:cNvSpPr/>
          <p:nvPr/>
        </p:nvSpPr>
        <p:spPr>
          <a:xfrm>
            <a:off x="8533767" y="4918472"/>
            <a:ext cx="642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600" dirty="0"/>
          </a:p>
        </p:txBody>
      </p:sp>
      <p:sp>
        <p:nvSpPr>
          <p:cNvPr id="68" name="Text 52"/>
          <p:cNvSpPr/>
          <p:nvPr/>
        </p:nvSpPr>
        <p:spPr>
          <a:xfrm>
            <a:off x="8614525" y="4918472"/>
            <a:ext cx="128588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9CA3AF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2026-09-15T06:34:03Z</dcterms:created>
  <dcterms:modified xsi:type="dcterms:W3CDTF">2026-09-15T06:34:03Z</dcterms:modified>
</cp:coreProperties>
</file>