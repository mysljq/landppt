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-1628775"/>
            <a:ext cx="5257800" cy="5257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2371725"/>
            <a:ext cx="3971925" cy="39719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1628775"/>
            <a:ext cx="3028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b="1" spc="219" kern="0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CHAPTER · 第 2 章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571500" y="2137696"/>
            <a:ext cx="3086100" cy="1457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540" kern="0" dirty="0">
                <a:gradFill rotWithShape="1">
                  <a:gsLst>
                    <a:gs pos="0">
                      <a:srgbClr val="4F46E5">
                        <a:alpha val="100000"/>
                      </a:srgbClr>
                    </a:gs>
                    <a:gs pos="50000">
                      <a:srgbClr val="7C3AED">
                        <a:alpha val="100000"/>
                      </a:srgbClr>
                    </a:gs>
                    <a:gs pos="100000">
                      <a:srgbClr val="A78BFA">
                        <a:alpha val="100000"/>
                      </a:srgbClr>
                    </a:gs>
                  </a:gsLst>
                  <a:lin ang="2700000" scaled="1"/>
                </a:gra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500" dirty="0"/>
          </a:p>
        </p:txBody>
      </p:sp>
      <p:sp>
        <p:nvSpPr>
          <p:cNvPr id="9" name="Shape 4"/>
          <p:cNvSpPr/>
          <p:nvPr/>
        </p:nvSpPr>
        <p:spPr>
          <a:xfrm>
            <a:off x="571500" y="3493294"/>
            <a:ext cx="428625" cy="21431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0" scaled="1"/>
          </a:gradFill>
          <a:ln/>
        </p:spPr>
      </p:sp>
      <p:grpSp>
        <p:nvGrpSpPr>
          <p:cNvPr id="27" name="Card: 场景一：智能创作"/>
          <p:cNvGrpSpPr/>
          <p:nvPr/>
        </p:nvGrpSpPr>
        <p:grpSpPr>
          <a:xfrm>
            <a:off x="3571875" y="1571625"/>
            <a:ext cx="5229225" cy="2000250"/>
            <a:chOff x="3571875" y="1571625"/>
            <a:chExt cx="5229225" cy="2000250"/>
          </a:xfrm>
        </p:grpSpPr>
        <p:sp>
          <p:nvSpPr>
            <p:cNvPr id="10" name="shape [lp:0]"/>
            <p:cNvSpPr/>
            <p:nvPr/>
          </p:nvSpPr>
          <p:spPr>
            <a:xfrm>
              <a:off x="3571875" y="1571625"/>
              <a:ext cx="5143500" cy="2000250"/>
            </a:xfrm>
            <a:prstGeom prst="rect">
              <a:avLst/>
            </a:prstGeom>
            <a:ln/>
          </p:spPr>
        </p:sp>
        <p:sp>
          <p:nvSpPr>
            <p:cNvPr id="11" name="CSS border left 32 [lp:1]"/>
            <p:cNvSpPr/>
            <p:nvPr/>
          </p:nvSpPr>
          <p:spPr>
            <a:xfrm>
              <a:off x="3571875" y="1571625"/>
              <a:ext cx="7144" cy="2000250"/>
            </a:xfrm>
            <a:custGeom>
              <a:avLst/>
              <a:gdLst/>
              <a:ahLst/>
              <a:cxnLst/>
              <a:rect l="l" t="t" r="r" b="b"/>
              <a:pathLst>
                <a:path w="7144" h="2000250">
                  <a:moveTo>
                    <a:pt x="0" y="2000250"/>
                  </a:moveTo>
                  <a:lnTo>
                    <a:pt x="0" y="0"/>
                  </a:lnTo>
                  <a:lnTo>
                    <a:pt x="7144" y="0"/>
                  </a:lnTo>
                  <a:lnTo>
                    <a:pt x="7144" y="2000250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2" name="shape [lp:2]"/>
            <p:cNvSpPr/>
            <p:nvPr/>
          </p:nvSpPr>
          <p:spPr>
            <a:xfrm>
              <a:off x="3924151" y="1791742"/>
              <a:ext cx="878681" cy="207169"/>
            </a:xfrm>
            <a:prstGeom prst="roundRect">
              <a:avLst>
                <a:gd name="adj" fmla="val 50000"/>
              </a:avLst>
            </a:prstGeom>
            <a:solidFill>
              <a:srgbClr val="A78BFA">
                <a:alpha val="12000"/>
              </a:srgbClr>
            </a:solidFill>
            <a:ln w="7144">
              <a:solidFill>
                <a:srgbClr val="7C3AED">
                  <a:alpha val="18000"/>
                </a:srgbClr>
              </a:solidFill>
              <a:prstDash val="solid"/>
            </a:ln>
          </p:spPr>
        </p:sp>
        <p:sp>
          <p:nvSpPr>
            <p:cNvPr id="13" name="shape [lp:3]"/>
            <p:cNvSpPr/>
            <p:nvPr/>
          </p:nvSpPr>
          <p:spPr>
            <a:xfrm>
              <a:off x="4029075" y="1873895"/>
              <a:ext cx="42863" cy="42863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14" name="text [lp:4]"/>
            <p:cNvSpPr/>
            <p:nvPr/>
          </p:nvSpPr>
          <p:spPr>
            <a:xfrm>
              <a:off x="4143375" y="1838176"/>
              <a:ext cx="554534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600" b="1" spc="81" kern="0" dirty="0">
                  <a:solidFill>
                    <a:srgbClr val="6D28D9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SECTION 2</a:t>
              </a:r>
              <a:endParaRPr lang="en-US" sz="600" dirty="0"/>
            </a:p>
          </p:txBody>
        </p:sp>
        <p:sp>
          <p:nvSpPr>
            <p:cNvPr id="15" name="text [lp:5]"/>
            <p:cNvSpPr/>
            <p:nvPr/>
          </p:nvSpPr>
          <p:spPr>
            <a:xfrm>
              <a:off x="3921919" y="2160315"/>
              <a:ext cx="4879181" cy="4071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18"/>
                </a:lnSpc>
                <a:buNone/>
              </a:pPr>
              <a:r>
                <a:rPr lang="zh-CN" altLang="en-US" sz="2900" b="1" spc="-58" kern="0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场景一：智能创作</a:t>
              </a:r>
              <a:endParaRPr lang="en-US" sz="2900" dirty="0"/>
            </a:p>
          </p:txBody>
        </p:sp>
        <p:sp>
          <p:nvSpPr>
            <p:cNvPr id="16" name="text [lp:6]"/>
            <p:cNvSpPr/>
            <p:nvPr/>
          </p:nvSpPr>
          <p:spPr>
            <a:xfrm>
              <a:off x="3921919" y="2696040"/>
              <a:ext cx="3746897" cy="207169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只知道要做一份PPT，没想好具体讲什么、做几页、怎么组织</a:t>
              </a:r>
              <a:endParaRPr lang="en-US" sz="1000" dirty="0"/>
            </a:p>
          </p:txBody>
        </p:sp>
        <p:sp>
          <p:nvSpPr>
            <p:cNvPr id="17" name="shape [lp:7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</p:sp>
        <p:sp>
          <p:nvSpPr>
            <p:cNvPr id="18" name="CSS border top 42 [lp:8]"/>
            <p:cNvSpPr/>
            <p:nvPr/>
          </p:nvSpPr>
          <p:spPr>
            <a:xfrm>
              <a:off x="3921919" y="3075329"/>
              <a:ext cx="3571875" cy="7144"/>
            </a:xfrm>
            <a:custGeom>
              <a:avLst/>
              <a:gdLst/>
              <a:ahLst/>
              <a:cxnLst/>
              <a:rect l="l" t="t" r="r" b="b"/>
              <a:pathLst>
                <a:path w="3571875" h="7144">
                  <a:moveTo>
                    <a:pt x="0" y="0"/>
                  </a:moveTo>
                  <a:lnTo>
                    <a:pt x="3571875" y="0"/>
                  </a:lnTo>
                  <a:lnTo>
                    <a:pt x="357187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2000"/>
              </a:srgbClr>
            </a:solidFill>
            <a:ln/>
          </p:spPr>
        </p:sp>
        <p:sp>
          <p:nvSpPr>
            <p:cNvPr id="19" name="text [lp:9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  <p:txBody>
            <a:bodyPr wrap="square" lIns="0" tIns="114300" rIns="0" bIns="0" rtlCol="0" anchor="t"/>
            <a:lstStyle/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还在为「不知道该怎么做PPT」而发愁吗？ 让AI帮你迈出第一步</a:t>
              </a:r>
              <a:endParaRPr lang="en-US" sz="7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8481138" y="257175"/>
            <a:ext cx="2643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1548966" y="4882753"/>
            <a:ext cx="7022306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2026-09-15T06:30:52Z</dcterms:created>
  <dcterms:modified xsi:type="dcterms:W3CDTF">2026-09-15T06:30:52Z</dcterms:modified>
</cp:coreProperties>
</file>