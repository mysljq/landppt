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1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PPT创作痛点"/>
          <p:cNvGrpSpPr/>
          <p:nvPr/>
        </p:nvGrpSpPr>
        <p:grpSpPr>
          <a:xfrm>
            <a:off x="3571875" y="1503704"/>
            <a:ext cx="5229225" cy="2138045"/>
            <a:chOff x="3571875" y="1503704"/>
            <a:chExt cx="5229225" cy="2138045"/>
          </a:xfrm>
        </p:grpSpPr>
        <p:sp>
          <p:nvSpPr>
            <p:cNvPr id="10" name="shape [lp:0]"/>
            <p:cNvSpPr/>
            <p:nvPr/>
          </p:nvSpPr>
          <p:spPr>
            <a:xfrm>
              <a:off x="3571875" y="1503704"/>
              <a:ext cx="5143500" cy="2135981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03704"/>
              <a:ext cx="7144" cy="2135981"/>
            </a:xfrm>
            <a:custGeom>
              <a:avLst/>
              <a:gdLst/>
              <a:ahLst/>
              <a:cxnLst/>
              <a:rect l="l" t="t" r="r" b="b"/>
              <a:pathLst>
                <a:path w="7144" h="2135981">
                  <a:moveTo>
                    <a:pt x="0" y="2135981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135981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50599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58814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55242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1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187456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PPT创作痛点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412411"/>
              <a:ext cx="3714750" cy="614363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盯着空白页发呆：只有一个想法，却不知道怎么开始。 内容太多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塞不下：信息已经齐全，页面却越来越拥挤。 反复调整样式：标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题、字体、图表，改了很久还是不好看。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198837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面对这些困扰，我们并非无计可施。接下来，让我们一起探索高效的PPT创作之</a:t>
              </a:r>
              <a:endParaRPr lang="en-US" sz="700" dirty="0"/>
            </a:p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道。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2026-09-15T06:30:55Z</dcterms:created>
  <dcterms:modified xsi:type="dcterms:W3CDTF">2026-09-15T06:30:55Z</dcterms:modified>
</cp:coreProperties>
</file>